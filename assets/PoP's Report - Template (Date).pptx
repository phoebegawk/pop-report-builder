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4"/>
  </p:sldMasterIdLst>
  <p:notesMasterIdLst>
    <p:notesMasterId r:id="rId8"/>
  </p:notesMasterIdLst>
  <p:sldIdLst>
    <p:sldId id="359" r:id="rId5"/>
    <p:sldId id="487" r:id="rId6"/>
    <p:sldId id="484" r:id="rId7"/>
  </p:sldIdLst>
  <p:sldSz cx="10691813" cy="75596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9818E29-F3B7-035C-57A2-57FE7BEF51CE}" name="Luke Course" initials="LC" userId="S::luke@gawk.com.au::a6e5a91c-2ed3-4dcd-adbf-4051f69420cb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hoebe Grant" initials="PG" lastIdx="1" clrIdx="0">
    <p:extLst>
      <p:ext uri="{19B8F6BF-5375-455C-9EA6-DF929625EA0E}">
        <p15:presenceInfo xmlns:p15="http://schemas.microsoft.com/office/powerpoint/2012/main" userId="Phoebe Grant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11B42"/>
    <a:srgbClr val="6C4273"/>
    <a:srgbClr val="D7DF23"/>
    <a:srgbClr val="542D54"/>
    <a:srgbClr val="FFFFFF"/>
    <a:srgbClr val="542954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574"/>
    <p:restoredTop sz="96149"/>
  </p:normalViewPr>
  <p:slideViewPr>
    <p:cSldViewPr snapToGrid="0">
      <p:cViewPr varScale="1">
        <p:scale>
          <a:sx n="97" d="100"/>
          <a:sy n="97" d="100"/>
        </p:scale>
        <p:origin x="108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microsoft.com/office/2018/10/relationships/authors" Target="authors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commentAuthors" Target="commentAuthors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hoebe Grant" userId="75fb2f6f-a730-401c-a49c-7b6cdd90a996" providerId="ADAL" clId="{44964F57-B44B-A94B-9EF1-CEBCEE1E790B}"/>
    <pc:docChg chg="undo custSel addSld delSld modSld addMainMaster delMainMaster">
      <pc:chgData name="Phoebe Grant" userId="75fb2f6f-a730-401c-a49c-7b6cdd90a996" providerId="ADAL" clId="{44964F57-B44B-A94B-9EF1-CEBCEE1E790B}" dt="2025-04-10T12:05:28.377" v="1756" actId="20577"/>
      <pc:docMkLst>
        <pc:docMk/>
      </pc:docMkLst>
      <pc:sldChg chg="add del">
        <pc:chgData name="Phoebe Grant" userId="75fb2f6f-a730-401c-a49c-7b6cdd90a996" providerId="ADAL" clId="{44964F57-B44B-A94B-9EF1-CEBCEE1E790B}" dt="2025-04-10T11:55:32.301" v="1395" actId="2696"/>
        <pc:sldMkLst>
          <pc:docMk/>
          <pc:sldMk cId="3475292401" sldId="325"/>
        </pc:sldMkLst>
      </pc:sldChg>
      <pc:sldChg chg="addSp delSp modSp mod">
        <pc:chgData name="Phoebe Grant" userId="75fb2f6f-a730-401c-a49c-7b6cdd90a996" providerId="ADAL" clId="{44964F57-B44B-A94B-9EF1-CEBCEE1E790B}" dt="2025-04-10T12:05:28.377" v="1756" actId="20577"/>
        <pc:sldMkLst>
          <pc:docMk/>
          <pc:sldMk cId="2769659401" sldId="359"/>
        </pc:sldMkLst>
      </pc:sldChg>
      <pc:sldChg chg="del">
        <pc:chgData name="Phoebe Grant" userId="75fb2f6f-a730-401c-a49c-7b6cdd90a996" providerId="ADAL" clId="{44964F57-B44B-A94B-9EF1-CEBCEE1E790B}" dt="2025-04-10T11:55:32.289" v="1393" actId="2696"/>
        <pc:sldMkLst>
          <pc:docMk/>
          <pc:sldMk cId="1553459820" sldId="365"/>
        </pc:sldMkLst>
      </pc:sldChg>
      <pc:sldChg chg="addSp delSp modSp add del mod">
        <pc:chgData name="Phoebe Grant" userId="75fb2f6f-a730-401c-a49c-7b6cdd90a996" providerId="ADAL" clId="{44964F57-B44B-A94B-9EF1-CEBCEE1E790B}" dt="2025-04-10T12:03:40.247" v="1675"/>
        <pc:sldMkLst>
          <pc:docMk/>
          <pc:sldMk cId="1685075518" sldId="474"/>
        </pc:sldMkLst>
      </pc:sldChg>
      <pc:sldChg chg="add del">
        <pc:chgData name="Phoebe Grant" userId="75fb2f6f-a730-401c-a49c-7b6cdd90a996" providerId="ADAL" clId="{44964F57-B44B-A94B-9EF1-CEBCEE1E790B}" dt="2025-04-10T11:55:32.286" v="1392" actId="2696"/>
        <pc:sldMkLst>
          <pc:docMk/>
          <pc:sldMk cId="2768943505" sldId="476"/>
        </pc:sldMkLst>
      </pc:sldChg>
      <pc:sldChg chg="add del">
        <pc:chgData name="Phoebe Grant" userId="75fb2f6f-a730-401c-a49c-7b6cdd90a996" providerId="ADAL" clId="{44964F57-B44B-A94B-9EF1-CEBCEE1E790B}" dt="2025-04-10T11:55:32.321" v="1397" actId="2696"/>
        <pc:sldMkLst>
          <pc:docMk/>
          <pc:sldMk cId="2285248496" sldId="477"/>
        </pc:sldMkLst>
      </pc:sldChg>
      <pc:sldChg chg="add del">
        <pc:chgData name="Phoebe Grant" userId="75fb2f6f-a730-401c-a49c-7b6cdd90a996" providerId="ADAL" clId="{44964F57-B44B-A94B-9EF1-CEBCEE1E790B}" dt="2025-04-10T11:55:32.342" v="1401" actId="2696"/>
        <pc:sldMkLst>
          <pc:docMk/>
          <pc:sldMk cId="21445650" sldId="478"/>
        </pc:sldMkLst>
      </pc:sldChg>
      <pc:sldChg chg="add del">
        <pc:chgData name="Phoebe Grant" userId="75fb2f6f-a730-401c-a49c-7b6cdd90a996" providerId="ADAL" clId="{44964F57-B44B-A94B-9EF1-CEBCEE1E790B}" dt="2025-04-10T11:55:32.330" v="1400" actId="2696"/>
        <pc:sldMkLst>
          <pc:docMk/>
          <pc:sldMk cId="725624773" sldId="480"/>
        </pc:sldMkLst>
      </pc:sldChg>
      <pc:sldChg chg="add del">
        <pc:chgData name="Phoebe Grant" userId="75fb2f6f-a730-401c-a49c-7b6cdd90a996" providerId="ADAL" clId="{44964F57-B44B-A94B-9EF1-CEBCEE1E790B}" dt="2025-04-10T11:55:32.323" v="1399" actId="2696"/>
        <pc:sldMkLst>
          <pc:docMk/>
          <pc:sldMk cId="1073464505" sldId="481"/>
        </pc:sldMkLst>
      </pc:sldChg>
      <pc:sldChg chg="add del">
        <pc:chgData name="Phoebe Grant" userId="75fb2f6f-a730-401c-a49c-7b6cdd90a996" providerId="ADAL" clId="{44964F57-B44B-A94B-9EF1-CEBCEE1E790B}" dt="2025-04-10T11:55:32.346" v="1402" actId="2696"/>
        <pc:sldMkLst>
          <pc:docMk/>
          <pc:sldMk cId="970134462" sldId="482"/>
        </pc:sldMkLst>
      </pc:sldChg>
      <pc:sldChg chg="del">
        <pc:chgData name="Phoebe Grant" userId="75fb2f6f-a730-401c-a49c-7b6cdd90a996" providerId="ADAL" clId="{44964F57-B44B-A94B-9EF1-CEBCEE1E790B}" dt="2025-04-10T11:55:32.322" v="1398" actId="2696"/>
        <pc:sldMkLst>
          <pc:docMk/>
          <pc:sldMk cId="553062631" sldId="483"/>
        </pc:sldMkLst>
      </pc:sldChg>
      <pc:sldChg chg="delSp add del mod">
        <pc:chgData name="Phoebe Grant" userId="75fb2f6f-a730-401c-a49c-7b6cdd90a996" providerId="ADAL" clId="{44964F57-B44B-A94B-9EF1-CEBCEE1E790B}" dt="2025-04-10T11:35:25.675" v="585" actId="2696"/>
        <pc:sldMkLst>
          <pc:docMk/>
          <pc:sldMk cId="2685616722" sldId="484"/>
        </pc:sldMkLst>
      </pc:sldChg>
      <pc:sldChg chg="addSp delSp modSp add mod">
        <pc:chgData name="Phoebe Grant" userId="75fb2f6f-a730-401c-a49c-7b6cdd90a996" providerId="ADAL" clId="{44964F57-B44B-A94B-9EF1-CEBCEE1E790B}" dt="2025-04-10T12:04:54.051" v="1752" actId="1035"/>
        <pc:sldMkLst>
          <pc:docMk/>
          <pc:sldMk cId="3763891450" sldId="484"/>
        </pc:sldMkLst>
      </pc:sldChg>
      <pc:sldMasterChg chg="del">
        <pc:chgData name="Phoebe Grant" userId="75fb2f6f-a730-401c-a49c-7b6cdd90a996" providerId="ADAL" clId="{44964F57-B44B-A94B-9EF1-CEBCEE1E790B}" dt="2025-04-10T11:55:32.300" v="1394" actId="2696"/>
        <pc:sldMasterMkLst>
          <pc:docMk/>
          <pc:sldMasterMk cId="2773596709" sldId="2147483687"/>
        </pc:sldMasterMkLst>
      </pc:sldMasterChg>
      <pc:sldMasterChg chg="add del">
        <pc:chgData name="Phoebe Grant" userId="75fb2f6f-a730-401c-a49c-7b6cdd90a996" providerId="ADAL" clId="{44964F57-B44B-A94B-9EF1-CEBCEE1E790B}" dt="2025-04-10T11:55:32.311" v="1396" actId="2696"/>
        <pc:sldMasterMkLst>
          <pc:docMk/>
          <pc:sldMasterMk cId="1708245173" sldId="2147483701"/>
        </pc:sldMasterMkLst>
      </pc:sldMasterChg>
    </pc:docChg>
  </pc:docChgLst>
  <pc:docChgLst>
    <pc:chgData name="Phoebe Grant" userId="75fb2f6f-a730-401c-a49c-7b6cdd90a996" providerId="ADAL" clId="{F0497F2E-8526-D74D-8118-1898B975E959}"/>
    <pc:docChg chg="undo redo custSel addSld delSld modSld sldOrd delMainMaster modMainMaster">
      <pc:chgData name="Phoebe Grant" userId="75fb2f6f-a730-401c-a49c-7b6cdd90a996" providerId="ADAL" clId="{F0497F2E-8526-D74D-8118-1898B975E959}" dt="2025-03-24T04:03:59.174" v="4708"/>
      <pc:docMkLst>
        <pc:docMk/>
      </pc:docMkLst>
      <pc:sldChg chg="modSp add del">
        <pc:chgData name="Phoebe Grant" userId="75fb2f6f-a730-401c-a49c-7b6cdd90a996" providerId="ADAL" clId="{F0497F2E-8526-D74D-8118-1898B975E959}" dt="2025-03-24T04:01:27.452" v="4703" actId="14826"/>
        <pc:sldMkLst>
          <pc:docMk/>
          <pc:sldMk cId="3475292401" sldId="325"/>
        </pc:sldMkLst>
      </pc:sldChg>
      <pc:sldChg chg="del">
        <pc:chgData name="Phoebe Grant" userId="75fb2f6f-a730-401c-a49c-7b6cdd90a996" providerId="ADAL" clId="{F0497F2E-8526-D74D-8118-1898B975E959}" dt="2025-03-18T11:12:45.788" v="1166" actId="2696"/>
        <pc:sldMkLst>
          <pc:docMk/>
          <pc:sldMk cId="3937907698" sldId="346"/>
        </pc:sldMkLst>
      </pc:sldChg>
      <pc:sldChg chg="del">
        <pc:chgData name="Phoebe Grant" userId="75fb2f6f-a730-401c-a49c-7b6cdd90a996" providerId="ADAL" clId="{F0497F2E-8526-D74D-8118-1898B975E959}" dt="2025-03-18T11:21:38.997" v="1453" actId="2696"/>
        <pc:sldMkLst>
          <pc:docMk/>
          <pc:sldMk cId="3543475444" sldId="347"/>
        </pc:sldMkLst>
      </pc:sldChg>
      <pc:sldChg chg="del setBg modNotes">
        <pc:chgData name="Phoebe Grant" userId="75fb2f6f-a730-401c-a49c-7b6cdd90a996" providerId="ADAL" clId="{F0497F2E-8526-D74D-8118-1898B975E959}" dt="2025-03-18T11:00:45.789" v="908" actId="2696"/>
        <pc:sldMkLst>
          <pc:docMk/>
          <pc:sldMk cId="1449130367" sldId="355"/>
        </pc:sldMkLst>
      </pc:sldChg>
      <pc:sldChg chg="del setBg modNotes">
        <pc:chgData name="Phoebe Grant" userId="75fb2f6f-a730-401c-a49c-7b6cdd90a996" providerId="ADAL" clId="{F0497F2E-8526-D74D-8118-1898B975E959}" dt="2025-03-18T11:00:45.273" v="907" actId="2696"/>
        <pc:sldMkLst>
          <pc:docMk/>
          <pc:sldMk cId="722687071" sldId="356"/>
        </pc:sldMkLst>
      </pc:sldChg>
      <pc:sldChg chg="del setBg">
        <pc:chgData name="Phoebe Grant" userId="75fb2f6f-a730-401c-a49c-7b6cdd90a996" providerId="ADAL" clId="{F0497F2E-8526-D74D-8118-1898B975E959}" dt="2025-03-18T11:00:45.077" v="906" actId="2696"/>
        <pc:sldMkLst>
          <pc:docMk/>
          <pc:sldMk cId="3354843747" sldId="357"/>
        </pc:sldMkLst>
      </pc:sldChg>
      <pc:sldChg chg="setBg">
        <pc:chgData name="Phoebe Grant" userId="75fb2f6f-a730-401c-a49c-7b6cdd90a996" providerId="ADAL" clId="{F0497F2E-8526-D74D-8118-1898B975E959}" dt="2025-03-18T10:16:32.525" v="9"/>
        <pc:sldMkLst>
          <pc:docMk/>
          <pc:sldMk cId="2769659401" sldId="359"/>
        </pc:sldMkLst>
      </pc:sldChg>
      <pc:sldChg chg="addSp delSp modSp add del mod setBg modNotes">
        <pc:chgData name="Phoebe Grant" userId="75fb2f6f-a730-401c-a49c-7b6cdd90a996" providerId="ADAL" clId="{F0497F2E-8526-D74D-8118-1898B975E959}" dt="2025-03-18T12:08:10.221" v="3930" actId="1037"/>
        <pc:sldMkLst>
          <pc:docMk/>
          <pc:sldMk cId="1553459820" sldId="365"/>
        </pc:sldMkLst>
      </pc:sldChg>
      <pc:sldChg chg="addSp delSp modSp mod setBg">
        <pc:chgData name="Phoebe Grant" userId="75fb2f6f-a730-401c-a49c-7b6cdd90a996" providerId="ADAL" clId="{F0497F2E-8526-D74D-8118-1898B975E959}" dt="2025-03-20T03:04:29.957" v="4055" actId="1037"/>
        <pc:sldMkLst>
          <pc:docMk/>
          <pc:sldMk cId="2429775132" sldId="367"/>
        </pc:sldMkLst>
      </pc:sldChg>
      <pc:sldChg chg="addSp delSp modSp mod setBg">
        <pc:chgData name="Phoebe Grant" userId="75fb2f6f-a730-401c-a49c-7b6cdd90a996" providerId="ADAL" clId="{F0497F2E-8526-D74D-8118-1898B975E959}" dt="2025-03-24T04:03:46.001" v="4707"/>
        <pc:sldMkLst>
          <pc:docMk/>
          <pc:sldMk cId="1999823537" sldId="368"/>
        </pc:sldMkLst>
      </pc:sldChg>
      <pc:sldChg chg="addSp delSp modSp mod setBg">
        <pc:chgData name="Phoebe Grant" userId="75fb2f6f-a730-401c-a49c-7b6cdd90a996" providerId="ADAL" clId="{F0497F2E-8526-D74D-8118-1898B975E959}" dt="2025-03-24T04:03:59.174" v="4708"/>
        <pc:sldMkLst>
          <pc:docMk/>
          <pc:sldMk cId="2648109938" sldId="369"/>
        </pc:sldMkLst>
      </pc:sldChg>
      <pc:sldChg chg="del">
        <pc:chgData name="Phoebe Grant" userId="75fb2f6f-a730-401c-a49c-7b6cdd90a996" providerId="ADAL" clId="{F0497F2E-8526-D74D-8118-1898B975E959}" dt="2025-03-18T11:40:30.082" v="2169" actId="2696"/>
        <pc:sldMkLst>
          <pc:docMk/>
          <pc:sldMk cId="3320466032" sldId="388"/>
        </pc:sldMkLst>
      </pc:sldChg>
      <pc:sldChg chg="del">
        <pc:chgData name="Phoebe Grant" userId="75fb2f6f-a730-401c-a49c-7b6cdd90a996" providerId="ADAL" clId="{F0497F2E-8526-D74D-8118-1898B975E959}" dt="2025-03-18T12:10:44.249" v="3979" actId="2696"/>
        <pc:sldMkLst>
          <pc:docMk/>
          <pc:sldMk cId="703058180" sldId="389"/>
        </pc:sldMkLst>
      </pc:sldChg>
      <pc:sldChg chg="del">
        <pc:chgData name="Phoebe Grant" userId="75fb2f6f-a730-401c-a49c-7b6cdd90a996" providerId="ADAL" clId="{F0497F2E-8526-D74D-8118-1898B975E959}" dt="2025-03-18T11:53:37.113" v="3301" actId="2696"/>
        <pc:sldMkLst>
          <pc:docMk/>
          <pc:sldMk cId="1211699714" sldId="390"/>
        </pc:sldMkLst>
      </pc:sldChg>
      <pc:sldChg chg="del">
        <pc:chgData name="Phoebe Grant" userId="75fb2f6f-a730-401c-a49c-7b6cdd90a996" providerId="ADAL" clId="{F0497F2E-8526-D74D-8118-1898B975E959}" dt="2025-03-18T12:00:25.076" v="3644" actId="2696"/>
        <pc:sldMkLst>
          <pc:docMk/>
          <pc:sldMk cId="517065816" sldId="391"/>
        </pc:sldMkLst>
      </pc:sldChg>
      <pc:sldChg chg="del">
        <pc:chgData name="Phoebe Grant" userId="75fb2f6f-a730-401c-a49c-7b6cdd90a996" providerId="ADAL" clId="{F0497F2E-8526-D74D-8118-1898B975E959}" dt="2025-03-18T10:54:01.142" v="771" actId="2696"/>
        <pc:sldMkLst>
          <pc:docMk/>
          <pc:sldMk cId="942637834" sldId="393"/>
        </pc:sldMkLst>
      </pc:sldChg>
      <pc:sldChg chg="del">
        <pc:chgData name="Phoebe Grant" userId="75fb2f6f-a730-401c-a49c-7b6cdd90a996" providerId="ADAL" clId="{F0497F2E-8526-D74D-8118-1898B975E959}" dt="2025-03-18T10:54:01.449" v="772" actId="2696"/>
        <pc:sldMkLst>
          <pc:docMk/>
          <pc:sldMk cId="3511157162" sldId="394"/>
        </pc:sldMkLst>
      </pc:sldChg>
      <pc:sldChg chg="del">
        <pc:chgData name="Phoebe Grant" userId="75fb2f6f-a730-401c-a49c-7b6cdd90a996" providerId="ADAL" clId="{F0497F2E-8526-D74D-8118-1898B975E959}" dt="2025-03-18T12:07:27.625" v="3901" actId="2696"/>
        <pc:sldMkLst>
          <pc:docMk/>
          <pc:sldMk cId="266478359" sldId="400"/>
        </pc:sldMkLst>
      </pc:sldChg>
      <pc:sldChg chg="del">
        <pc:chgData name="Phoebe Grant" userId="75fb2f6f-a730-401c-a49c-7b6cdd90a996" providerId="ADAL" clId="{F0497F2E-8526-D74D-8118-1898B975E959}" dt="2025-03-18T12:07:27.625" v="3901" actId="2696"/>
        <pc:sldMkLst>
          <pc:docMk/>
          <pc:sldMk cId="3634361030" sldId="401"/>
        </pc:sldMkLst>
      </pc:sldChg>
      <pc:sldChg chg="del">
        <pc:chgData name="Phoebe Grant" userId="75fb2f6f-a730-401c-a49c-7b6cdd90a996" providerId="ADAL" clId="{F0497F2E-8526-D74D-8118-1898B975E959}" dt="2025-03-18T12:07:27.625" v="3901" actId="2696"/>
        <pc:sldMkLst>
          <pc:docMk/>
          <pc:sldMk cId="4264307280" sldId="402"/>
        </pc:sldMkLst>
      </pc:sldChg>
      <pc:sldChg chg="del">
        <pc:chgData name="Phoebe Grant" userId="75fb2f6f-a730-401c-a49c-7b6cdd90a996" providerId="ADAL" clId="{F0497F2E-8526-D74D-8118-1898B975E959}" dt="2025-03-18T12:07:27.625" v="3901" actId="2696"/>
        <pc:sldMkLst>
          <pc:docMk/>
          <pc:sldMk cId="328903184" sldId="403"/>
        </pc:sldMkLst>
      </pc:sldChg>
      <pc:sldChg chg="add del">
        <pc:chgData name="Phoebe Grant" userId="75fb2f6f-a730-401c-a49c-7b6cdd90a996" providerId="ADAL" clId="{F0497F2E-8526-D74D-8118-1898B975E959}" dt="2025-03-18T11:00:01.689" v="905" actId="2696"/>
        <pc:sldMkLst>
          <pc:docMk/>
          <pc:sldMk cId="2495687398" sldId="457"/>
        </pc:sldMkLst>
      </pc:sldChg>
      <pc:sldChg chg="addSp delSp modSp del mod setBg">
        <pc:chgData name="Phoebe Grant" userId="75fb2f6f-a730-401c-a49c-7b6cdd90a996" providerId="ADAL" clId="{F0497F2E-8526-D74D-8118-1898B975E959}" dt="2025-03-24T03:48:16.349" v="4633" actId="2696"/>
        <pc:sldMkLst>
          <pc:docMk/>
          <pc:sldMk cId="1415609702" sldId="458"/>
        </pc:sldMkLst>
      </pc:sldChg>
      <pc:sldChg chg="add del">
        <pc:chgData name="Phoebe Grant" userId="75fb2f6f-a730-401c-a49c-7b6cdd90a996" providerId="ADAL" clId="{F0497F2E-8526-D74D-8118-1898B975E959}" dt="2025-03-18T10:27:48.328" v="221"/>
        <pc:sldMkLst>
          <pc:docMk/>
          <pc:sldMk cId="2149628815" sldId="459"/>
        </pc:sldMkLst>
      </pc:sldChg>
      <pc:sldChg chg="delSp add del mod">
        <pc:chgData name="Phoebe Grant" userId="75fb2f6f-a730-401c-a49c-7b6cdd90a996" providerId="ADAL" clId="{F0497F2E-8526-D74D-8118-1898B975E959}" dt="2025-03-18T10:54:00.428" v="770" actId="2696"/>
        <pc:sldMkLst>
          <pc:docMk/>
          <pc:sldMk cId="3719086443" sldId="459"/>
        </pc:sldMkLst>
      </pc:sldChg>
      <pc:sldChg chg="addSp delSp modSp add mod ord setBg modNotes">
        <pc:chgData name="Phoebe Grant" userId="75fb2f6f-a730-401c-a49c-7b6cdd90a996" providerId="ADAL" clId="{F0497F2E-8526-D74D-8118-1898B975E959}" dt="2025-03-18T10:49:45.630" v="716" actId="20577"/>
        <pc:sldMkLst>
          <pc:docMk/>
          <pc:sldMk cId="254748964" sldId="460"/>
        </pc:sldMkLst>
      </pc:sldChg>
      <pc:sldChg chg="addSp delSp modSp add mod">
        <pc:chgData name="Phoebe Grant" userId="75fb2f6f-a730-401c-a49c-7b6cdd90a996" providerId="ADAL" clId="{F0497F2E-8526-D74D-8118-1898B975E959}" dt="2025-03-18T10:45:58.958" v="667" actId="171"/>
        <pc:sldMkLst>
          <pc:docMk/>
          <pc:sldMk cId="2295897009" sldId="461"/>
        </pc:sldMkLst>
      </pc:sldChg>
      <pc:sldChg chg="modSp add mod ord">
        <pc:chgData name="Phoebe Grant" userId="75fb2f6f-a730-401c-a49c-7b6cdd90a996" providerId="ADAL" clId="{F0497F2E-8526-D74D-8118-1898B975E959}" dt="2025-03-18T10:53:50.417" v="769" actId="14100"/>
        <pc:sldMkLst>
          <pc:docMk/>
          <pc:sldMk cId="1665391416" sldId="462"/>
        </pc:sldMkLst>
      </pc:sldChg>
      <pc:sldChg chg="add del">
        <pc:chgData name="Phoebe Grant" userId="75fb2f6f-a730-401c-a49c-7b6cdd90a996" providerId="ADAL" clId="{F0497F2E-8526-D74D-8118-1898B975E959}" dt="2025-03-18T10:54:18.341" v="776" actId="2696"/>
        <pc:sldMkLst>
          <pc:docMk/>
          <pc:sldMk cId="1728538585" sldId="463"/>
        </pc:sldMkLst>
      </pc:sldChg>
      <pc:sldChg chg="modSp add mod">
        <pc:chgData name="Phoebe Grant" userId="75fb2f6f-a730-401c-a49c-7b6cdd90a996" providerId="ADAL" clId="{F0497F2E-8526-D74D-8118-1898B975E959}" dt="2025-03-18T10:59:49.703" v="904" actId="20577"/>
        <pc:sldMkLst>
          <pc:docMk/>
          <pc:sldMk cId="2714188845" sldId="463"/>
        </pc:sldMkLst>
      </pc:sldChg>
      <pc:sldChg chg="modSp add del mod">
        <pc:chgData name="Phoebe Grant" userId="75fb2f6f-a730-401c-a49c-7b6cdd90a996" providerId="ADAL" clId="{F0497F2E-8526-D74D-8118-1898B975E959}" dt="2025-03-18T10:55:10.070" v="845" actId="2696"/>
        <pc:sldMkLst>
          <pc:docMk/>
          <pc:sldMk cId="2895144124" sldId="463"/>
        </pc:sldMkLst>
      </pc:sldChg>
      <pc:sldChg chg="modSp add del mod">
        <pc:chgData name="Phoebe Grant" userId="75fb2f6f-a730-401c-a49c-7b6cdd90a996" providerId="ADAL" clId="{F0497F2E-8526-D74D-8118-1898B975E959}" dt="2025-03-18T10:55:09.803" v="844" actId="2696"/>
        <pc:sldMkLst>
          <pc:docMk/>
          <pc:sldMk cId="2041225805" sldId="464"/>
        </pc:sldMkLst>
      </pc:sldChg>
      <pc:sldChg chg="add del">
        <pc:chgData name="Phoebe Grant" userId="75fb2f6f-a730-401c-a49c-7b6cdd90a996" providerId="ADAL" clId="{F0497F2E-8526-D74D-8118-1898B975E959}" dt="2025-03-18T11:13:46.466" v="1218" actId="2696"/>
        <pc:sldMkLst>
          <pc:docMk/>
          <pc:sldMk cId="3055364573" sldId="464"/>
        </pc:sldMkLst>
      </pc:sldChg>
      <pc:sldChg chg="addSp delSp modSp add mod">
        <pc:chgData name="Phoebe Grant" userId="75fb2f6f-a730-401c-a49c-7b6cdd90a996" providerId="ADAL" clId="{F0497F2E-8526-D74D-8118-1898B975E959}" dt="2025-03-20T03:05:20.809" v="4067" actId="20577"/>
        <pc:sldMkLst>
          <pc:docMk/>
          <pc:sldMk cId="2714973749" sldId="465"/>
        </pc:sldMkLst>
      </pc:sldChg>
      <pc:sldChg chg="addSp delSp modSp add del mod modNotesTx">
        <pc:chgData name="Phoebe Grant" userId="75fb2f6f-a730-401c-a49c-7b6cdd90a996" providerId="ADAL" clId="{F0497F2E-8526-D74D-8118-1898B975E959}" dt="2025-03-18T11:40:22.463" v="2168" actId="2696"/>
        <pc:sldMkLst>
          <pc:docMk/>
          <pc:sldMk cId="2083720121" sldId="466"/>
        </pc:sldMkLst>
      </pc:sldChg>
      <pc:sldChg chg="addSp delSp modSp add mod">
        <pc:chgData name="Phoebe Grant" userId="75fb2f6f-a730-401c-a49c-7b6cdd90a996" providerId="ADAL" clId="{F0497F2E-8526-D74D-8118-1898B975E959}" dt="2025-03-24T03:57:07.060" v="4696" actId="1038"/>
        <pc:sldMkLst>
          <pc:docMk/>
          <pc:sldMk cId="3528417886" sldId="467"/>
        </pc:sldMkLst>
      </pc:sldChg>
      <pc:sldChg chg="add del">
        <pc:chgData name="Phoebe Grant" userId="75fb2f6f-a730-401c-a49c-7b6cdd90a996" providerId="ADAL" clId="{F0497F2E-8526-D74D-8118-1898B975E959}" dt="2025-03-18T11:41:20.782" v="2171"/>
        <pc:sldMkLst>
          <pc:docMk/>
          <pc:sldMk cId="216525486" sldId="468"/>
        </pc:sldMkLst>
      </pc:sldChg>
      <pc:sldChg chg="addSp delSp modSp add mod">
        <pc:chgData name="Phoebe Grant" userId="75fb2f6f-a730-401c-a49c-7b6cdd90a996" providerId="ADAL" clId="{F0497F2E-8526-D74D-8118-1898B975E959}" dt="2025-03-18T12:08:21.379" v="3934" actId="20577"/>
        <pc:sldMkLst>
          <pc:docMk/>
          <pc:sldMk cId="1052135630" sldId="468"/>
        </pc:sldMkLst>
      </pc:sldChg>
      <pc:sldChg chg="addSp delSp modSp add mod">
        <pc:chgData name="Phoebe Grant" userId="75fb2f6f-a730-401c-a49c-7b6cdd90a996" providerId="ADAL" clId="{F0497F2E-8526-D74D-8118-1898B975E959}" dt="2025-03-18T12:08:24.065" v="3935" actId="20577"/>
        <pc:sldMkLst>
          <pc:docMk/>
          <pc:sldMk cId="2829515794" sldId="469"/>
        </pc:sldMkLst>
      </pc:sldChg>
      <pc:sldChg chg="modSp add del mod">
        <pc:chgData name="Phoebe Grant" userId="75fb2f6f-a730-401c-a49c-7b6cdd90a996" providerId="ADAL" clId="{F0497F2E-8526-D74D-8118-1898B975E959}" dt="2025-03-18T12:08:33.605" v="3938" actId="2696"/>
        <pc:sldMkLst>
          <pc:docMk/>
          <pc:sldMk cId="830242943" sldId="470"/>
        </pc:sldMkLst>
      </pc:sldChg>
      <pc:sldChg chg="addSp delSp modSp add mod">
        <pc:chgData name="Phoebe Grant" userId="75fb2f6f-a730-401c-a49c-7b6cdd90a996" providerId="ADAL" clId="{F0497F2E-8526-D74D-8118-1898B975E959}" dt="2025-03-18T12:08:29.470" v="3937" actId="20577"/>
        <pc:sldMkLst>
          <pc:docMk/>
          <pc:sldMk cId="4256732837" sldId="471"/>
        </pc:sldMkLst>
      </pc:sldChg>
      <pc:sldChg chg="add del">
        <pc:chgData name="Phoebe Grant" userId="75fb2f6f-a730-401c-a49c-7b6cdd90a996" providerId="ADAL" clId="{F0497F2E-8526-D74D-8118-1898B975E959}" dt="2025-03-18T12:07:27.625" v="3901" actId="2696"/>
        <pc:sldMkLst>
          <pc:docMk/>
          <pc:sldMk cId="2862624310" sldId="472"/>
        </pc:sldMkLst>
      </pc:sldChg>
      <pc:sldChg chg="addSp delSp modSp add mod">
        <pc:chgData name="Phoebe Grant" userId="75fb2f6f-a730-401c-a49c-7b6cdd90a996" providerId="ADAL" clId="{F0497F2E-8526-D74D-8118-1898B975E959}" dt="2025-03-18T12:12:27.565" v="4011" actId="1035"/>
        <pc:sldMkLst>
          <pc:docMk/>
          <pc:sldMk cId="4138788088" sldId="472"/>
        </pc:sldMkLst>
      </pc:sldChg>
      <pc:sldChg chg="addSp delSp modSp add mod">
        <pc:chgData name="Phoebe Grant" userId="75fb2f6f-a730-401c-a49c-7b6cdd90a996" providerId="ADAL" clId="{F0497F2E-8526-D74D-8118-1898B975E959}" dt="2025-03-24T03:47:51.978" v="4632" actId="1038"/>
        <pc:sldMkLst>
          <pc:docMk/>
          <pc:sldMk cId="1057919284" sldId="473"/>
        </pc:sldMkLst>
      </pc:sldChg>
      <pc:sldChg chg="add del">
        <pc:chgData name="Phoebe Grant" userId="75fb2f6f-a730-401c-a49c-7b6cdd90a996" providerId="ADAL" clId="{F0497F2E-8526-D74D-8118-1898B975E959}" dt="2025-03-24T04:01:31.735" v="4704" actId="2696"/>
        <pc:sldMkLst>
          <pc:docMk/>
          <pc:sldMk cId="4108350711" sldId="474"/>
        </pc:sldMkLst>
      </pc:sldChg>
      <pc:sldMasterChg chg="del setBg delSldLayout modSldLayout">
        <pc:chgData name="Phoebe Grant" userId="75fb2f6f-a730-401c-a49c-7b6cdd90a996" providerId="ADAL" clId="{F0497F2E-8526-D74D-8118-1898B975E959}" dt="2025-03-18T12:10:44.249" v="3979" actId="2696"/>
        <pc:sldMasterMkLst>
          <pc:docMk/>
          <pc:sldMasterMk cId="1522042691" sldId="2147483660"/>
        </pc:sldMasterMkLst>
        <pc:sldLayoutChg chg="del setBg">
          <pc:chgData name="Phoebe Grant" userId="75fb2f6f-a730-401c-a49c-7b6cdd90a996" providerId="ADAL" clId="{F0497F2E-8526-D74D-8118-1898B975E959}" dt="2025-03-18T12:10:44.249" v="3979" actId="2696"/>
          <pc:sldLayoutMkLst>
            <pc:docMk/>
            <pc:sldMasterMk cId="1522042691" sldId="2147483660"/>
            <pc:sldLayoutMk cId="2909737252" sldId="2147483661"/>
          </pc:sldLayoutMkLst>
        </pc:sldLayoutChg>
        <pc:sldLayoutChg chg="del setBg">
          <pc:chgData name="Phoebe Grant" userId="75fb2f6f-a730-401c-a49c-7b6cdd90a996" providerId="ADAL" clId="{F0497F2E-8526-D74D-8118-1898B975E959}" dt="2025-03-18T12:10:44.249" v="3979" actId="2696"/>
          <pc:sldLayoutMkLst>
            <pc:docMk/>
            <pc:sldMasterMk cId="1522042691" sldId="2147483660"/>
            <pc:sldLayoutMk cId="1168445268" sldId="2147483662"/>
          </pc:sldLayoutMkLst>
        </pc:sldLayoutChg>
        <pc:sldLayoutChg chg="del setBg">
          <pc:chgData name="Phoebe Grant" userId="75fb2f6f-a730-401c-a49c-7b6cdd90a996" providerId="ADAL" clId="{F0497F2E-8526-D74D-8118-1898B975E959}" dt="2025-03-18T12:10:44.249" v="3979" actId="2696"/>
          <pc:sldLayoutMkLst>
            <pc:docMk/>
            <pc:sldMasterMk cId="1522042691" sldId="2147483660"/>
            <pc:sldLayoutMk cId="2803234497" sldId="2147483663"/>
          </pc:sldLayoutMkLst>
        </pc:sldLayoutChg>
        <pc:sldLayoutChg chg="del setBg">
          <pc:chgData name="Phoebe Grant" userId="75fb2f6f-a730-401c-a49c-7b6cdd90a996" providerId="ADAL" clId="{F0497F2E-8526-D74D-8118-1898B975E959}" dt="2025-03-18T12:10:44.249" v="3979" actId="2696"/>
          <pc:sldLayoutMkLst>
            <pc:docMk/>
            <pc:sldMasterMk cId="1522042691" sldId="2147483660"/>
            <pc:sldLayoutMk cId="1980432850" sldId="2147483664"/>
          </pc:sldLayoutMkLst>
        </pc:sldLayoutChg>
        <pc:sldLayoutChg chg="del setBg">
          <pc:chgData name="Phoebe Grant" userId="75fb2f6f-a730-401c-a49c-7b6cdd90a996" providerId="ADAL" clId="{F0497F2E-8526-D74D-8118-1898B975E959}" dt="2025-03-18T12:10:44.249" v="3979" actId="2696"/>
          <pc:sldLayoutMkLst>
            <pc:docMk/>
            <pc:sldMasterMk cId="1522042691" sldId="2147483660"/>
            <pc:sldLayoutMk cId="3104783005" sldId="2147483665"/>
          </pc:sldLayoutMkLst>
        </pc:sldLayoutChg>
        <pc:sldLayoutChg chg="del setBg">
          <pc:chgData name="Phoebe Grant" userId="75fb2f6f-a730-401c-a49c-7b6cdd90a996" providerId="ADAL" clId="{F0497F2E-8526-D74D-8118-1898B975E959}" dt="2025-03-18T12:10:44.249" v="3979" actId="2696"/>
          <pc:sldLayoutMkLst>
            <pc:docMk/>
            <pc:sldMasterMk cId="1522042691" sldId="2147483660"/>
            <pc:sldLayoutMk cId="3334573547" sldId="2147483666"/>
          </pc:sldLayoutMkLst>
        </pc:sldLayoutChg>
        <pc:sldLayoutChg chg="del setBg">
          <pc:chgData name="Phoebe Grant" userId="75fb2f6f-a730-401c-a49c-7b6cdd90a996" providerId="ADAL" clId="{F0497F2E-8526-D74D-8118-1898B975E959}" dt="2025-03-18T12:10:44.249" v="3979" actId="2696"/>
          <pc:sldLayoutMkLst>
            <pc:docMk/>
            <pc:sldMasterMk cId="1522042691" sldId="2147483660"/>
            <pc:sldLayoutMk cId="904015038" sldId="2147483667"/>
          </pc:sldLayoutMkLst>
        </pc:sldLayoutChg>
        <pc:sldLayoutChg chg="del setBg">
          <pc:chgData name="Phoebe Grant" userId="75fb2f6f-a730-401c-a49c-7b6cdd90a996" providerId="ADAL" clId="{F0497F2E-8526-D74D-8118-1898B975E959}" dt="2025-03-18T12:10:44.249" v="3979" actId="2696"/>
          <pc:sldLayoutMkLst>
            <pc:docMk/>
            <pc:sldMasterMk cId="1522042691" sldId="2147483660"/>
            <pc:sldLayoutMk cId="1520588378" sldId="2147483668"/>
          </pc:sldLayoutMkLst>
        </pc:sldLayoutChg>
        <pc:sldLayoutChg chg="del setBg">
          <pc:chgData name="Phoebe Grant" userId="75fb2f6f-a730-401c-a49c-7b6cdd90a996" providerId="ADAL" clId="{F0497F2E-8526-D74D-8118-1898B975E959}" dt="2025-03-18T12:10:44.249" v="3979" actId="2696"/>
          <pc:sldLayoutMkLst>
            <pc:docMk/>
            <pc:sldMasterMk cId="1522042691" sldId="2147483660"/>
            <pc:sldLayoutMk cId="1127591829" sldId="2147483669"/>
          </pc:sldLayoutMkLst>
        </pc:sldLayoutChg>
        <pc:sldLayoutChg chg="del setBg">
          <pc:chgData name="Phoebe Grant" userId="75fb2f6f-a730-401c-a49c-7b6cdd90a996" providerId="ADAL" clId="{F0497F2E-8526-D74D-8118-1898B975E959}" dt="2025-03-18T12:10:44.249" v="3979" actId="2696"/>
          <pc:sldLayoutMkLst>
            <pc:docMk/>
            <pc:sldMasterMk cId="1522042691" sldId="2147483660"/>
            <pc:sldLayoutMk cId="1190971486" sldId="2147483670"/>
          </pc:sldLayoutMkLst>
        </pc:sldLayoutChg>
        <pc:sldLayoutChg chg="del setBg">
          <pc:chgData name="Phoebe Grant" userId="75fb2f6f-a730-401c-a49c-7b6cdd90a996" providerId="ADAL" clId="{F0497F2E-8526-D74D-8118-1898B975E959}" dt="2025-03-18T12:10:44.249" v="3979" actId="2696"/>
          <pc:sldLayoutMkLst>
            <pc:docMk/>
            <pc:sldMasterMk cId="1522042691" sldId="2147483660"/>
            <pc:sldLayoutMk cId="1428857682" sldId="2147483671"/>
          </pc:sldLayoutMkLst>
        </pc:sldLayoutChg>
        <pc:sldLayoutChg chg="del setBg">
          <pc:chgData name="Phoebe Grant" userId="75fb2f6f-a730-401c-a49c-7b6cdd90a996" providerId="ADAL" clId="{F0497F2E-8526-D74D-8118-1898B975E959}" dt="2025-03-18T12:10:44.249" v="3979" actId="2696"/>
          <pc:sldLayoutMkLst>
            <pc:docMk/>
            <pc:sldMasterMk cId="1522042691" sldId="2147483660"/>
            <pc:sldLayoutMk cId="3684482446" sldId="2147483672"/>
          </pc:sldLayoutMkLst>
        </pc:sldLayoutChg>
      </pc:sldMasterChg>
      <pc:sldMasterChg chg="setBg modSldLayout">
        <pc:chgData name="Phoebe Grant" userId="75fb2f6f-a730-401c-a49c-7b6cdd90a996" providerId="ADAL" clId="{F0497F2E-8526-D74D-8118-1898B975E959}" dt="2025-03-18T10:16:32.525" v="9"/>
        <pc:sldMasterMkLst>
          <pc:docMk/>
          <pc:sldMasterMk cId="1832478643" sldId="2147483673"/>
        </pc:sldMasterMkLst>
        <pc:sldLayoutChg chg="setBg">
          <pc:chgData name="Phoebe Grant" userId="75fb2f6f-a730-401c-a49c-7b6cdd90a996" providerId="ADAL" clId="{F0497F2E-8526-D74D-8118-1898B975E959}" dt="2025-03-18T10:16:32.525" v="9"/>
          <pc:sldLayoutMkLst>
            <pc:docMk/>
            <pc:sldMasterMk cId="1832478643" sldId="2147483673"/>
            <pc:sldLayoutMk cId="785213378" sldId="2147483674"/>
          </pc:sldLayoutMkLst>
        </pc:sldLayoutChg>
        <pc:sldLayoutChg chg="setBg">
          <pc:chgData name="Phoebe Grant" userId="75fb2f6f-a730-401c-a49c-7b6cdd90a996" providerId="ADAL" clId="{F0497F2E-8526-D74D-8118-1898B975E959}" dt="2025-03-18T10:16:32.525" v="9"/>
          <pc:sldLayoutMkLst>
            <pc:docMk/>
            <pc:sldMasterMk cId="1832478643" sldId="2147483673"/>
            <pc:sldLayoutMk cId="2986302400" sldId="2147483675"/>
          </pc:sldLayoutMkLst>
        </pc:sldLayoutChg>
        <pc:sldLayoutChg chg="setBg">
          <pc:chgData name="Phoebe Grant" userId="75fb2f6f-a730-401c-a49c-7b6cdd90a996" providerId="ADAL" clId="{F0497F2E-8526-D74D-8118-1898B975E959}" dt="2025-03-18T10:16:32.525" v="9"/>
          <pc:sldLayoutMkLst>
            <pc:docMk/>
            <pc:sldMasterMk cId="1832478643" sldId="2147483673"/>
            <pc:sldLayoutMk cId="2975414344" sldId="2147483676"/>
          </pc:sldLayoutMkLst>
        </pc:sldLayoutChg>
        <pc:sldLayoutChg chg="setBg">
          <pc:chgData name="Phoebe Grant" userId="75fb2f6f-a730-401c-a49c-7b6cdd90a996" providerId="ADAL" clId="{F0497F2E-8526-D74D-8118-1898B975E959}" dt="2025-03-18T10:16:32.525" v="9"/>
          <pc:sldLayoutMkLst>
            <pc:docMk/>
            <pc:sldMasterMk cId="1832478643" sldId="2147483673"/>
            <pc:sldLayoutMk cId="2363623189" sldId="2147483677"/>
          </pc:sldLayoutMkLst>
        </pc:sldLayoutChg>
        <pc:sldLayoutChg chg="setBg">
          <pc:chgData name="Phoebe Grant" userId="75fb2f6f-a730-401c-a49c-7b6cdd90a996" providerId="ADAL" clId="{F0497F2E-8526-D74D-8118-1898B975E959}" dt="2025-03-18T10:16:32.525" v="9"/>
          <pc:sldLayoutMkLst>
            <pc:docMk/>
            <pc:sldMasterMk cId="1832478643" sldId="2147483673"/>
            <pc:sldLayoutMk cId="440397943" sldId="2147483678"/>
          </pc:sldLayoutMkLst>
        </pc:sldLayoutChg>
        <pc:sldLayoutChg chg="setBg">
          <pc:chgData name="Phoebe Grant" userId="75fb2f6f-a730-401c-a49c-7b6cdd90a996" providerId="ADAL" clId="{F0497F2E-8526-D74D-8118-1898B975E959}" dt="2025-03-18T10:16:32.525" v="9"/>
          <pc:sldLayoutMkLst>
            <pc:docMk/>
            <pc:sldMasterMk cId="1832478643" sldId="2147483673"/>
            <pc:sldLayoutMk cId="3695823550" sldId="2147483679"/>
          </pc:sldLayoutMkLst>
        </pc:sldLayoutChg>
        <pc:sldLayoutChg chg="setBg">
          <pc:chgData name="Phoebe Grant" userId="75fb2f6f-a730-401c-a49c-7b6cdd90a996" providerId="ADAL" clId="{F0497F2E-8526-D74D-8118-1898B975E959}" dt="2025-03-18T10:16:32.525" v="9"/>
          <pc:sldLayoutMkLst>
            <pc:docMk/>
            <pc:sldMasterMk cId="1832478643" sldId="2147483673"/>
            <pc:sldLayoutMk cId="2259345799" sldId="2147483680"/>
          </pc:sldLayoutMkLst>
        </pc:sldLayoutChg>
        <pc:sldLayoutChg chg="setBg">
          <pc:chgData name="Phoebe Grant" userId="75fb2f6f-a730-401c-a49c-7b6cdd90a996" providerId="ADAL" clId="{F0497F2E-8526-D74D-8118-1898B975E959}" dt="2025-03-18T10:16:32.525" v="9"/>
          <pc:sldLayoutMkLst>
            <pc:docMk/>
            <pc:sldMasterMk cId="1832478643" sldId="2147483673"/>
            <pc:sldLayoutMk cId="1300421707" sldId="2147483681"/>
          </pc:sldLayoutMkLst>
        </pc:sldLayoutChg>
        <pc:sldLayoutChg chg="setBg">
          <pc:chgData name="Phoebe Grant" userId="75fb2f6f-a730-401c-a49c-7b6cdd90a996" providerId="ADAL" clId="{F0497F2E-8526-D74D-8118-1898B975E959}" dt="2025-03-18T10:16:32.525" v="9"/>
          <pc:sldLayoutMkLst>
            <pc:docMk/>
            <pc:sldMasterMk cId="1832478643" sldId="2147483673"/>
            <pc:sldLayoutMk cId="737350445" sldId="2147483682"/>
          </pc:sldLayoutMkLst>
        </pc:sldLayoutChg>
        <pc:sldLayoutChg chg="setBg">
          <pc:chgData name="Phoebe Grant" userId="75fb2f6f-a730-401c-a49c-7b6cdd90a996" providerId="ADAL" clId="{F0497F2E-8526-D74D-8118-1898B975E959}" dt="2025-03-18T10:16:32.525" v="9"/>
          <pc:sldLayoutMkLst>
            <pc:docMk/>
            <pc:sldMasterMk cId="1832478643" sldId="2147483673"/>
            <pc:sldLayoutMk cId="1594168631" sldId="2147483683"/>
          </pc:sldLayoutMkLst>
        </pc:sldLayoutChg>
        <pc:sldLayoutChg chg="setBg">
          <pc:chgData name="Phoebe Grant" userId="75fb2f6f-a730-401c-a49c-7b6cdd90a996" providerId="ADAL" clId="{F0497F2E-8526-D74D-8118-1898B975E959}" dt="2025-03-18T10:16:32.525" v="9"/>
          <pc:sldLayoutMkLst>
            <pc:docMk/>
            <pc:sldMasterMk cId="1832478643" sldId="2147483673"/>
            <pc:sldLayoutMk cId="2592679486" sldId="2147483684"/>
          </pc:sldLayoutMkLst>
        </pc:sldLayoutChg>
        <pc:sldLayoutChg chg="setBg">
          <pc:chgData name="Phoebe Grant" userId="75fb2f6f-a730-401c-a49c-7b6cdd90a996" providerId="ADAL" clId="{F0497F2E-8526-D74D-8118-1898B975E959}" dt="2025-03-18T10:16:32.525" v="9"/>
          <pc:sldLayoutMkLst>
            <pc:docMk/>
            <pc:sldMasterMk cId="1832478643" sldId="2147483673"/>
            <pc:sldLayoutMk cId="3012630402" sldId="2147483685"/>
          </pc:sldLayoutMkLst>
        </pc:sldLayoutChg>
        <pc:sldLayoutChg chg="setBg">
          <pc:chgData name="Phoebe Grant" userId="75fb2f6f-a730-401c-a49c-7b6cdd90a996" providerId="ADAL" clId="{F0497F2E-8526-D74D-8118-1898B975E959}" dt="2025-03-18T10:16:32.525" v="9"/>
          <pc:sldLayoutMkLst>
            <pc:docMk/>
            <pc:sldMasterMk cId="1832478643" sldId="2147483673"/>
            <pc:sldLayoutMk cId="3426398646" sldId="2147483686"/>
          </pc:sldLayoutMkLst>
        </pc:sldLayoutChg>
      </pc:sldMasterChg>
    </pc:docChg>
  </pc:docChgLst>
  <pc:docChgLst>
    <pc:chgData name="Phoebe Grant" userId="75fb2f6f-a730-401c-a49c-7b6cdd90a996" providerId="ADAL" clId="{C38CBA70-2533-7C42-9981-6EFD3EDE190C}"/>
    <pc:docChg chg="undo custSel addSld delSld modSld">
      <pc:chgData name="Phoebe Grant" userId="75fb2f6f-a730-401c-a49c-7b6cdd90a996" providerId="ADAL" clId="{C38CBA70-2533-7C42-9981-6EFD3EDE190C}" dt="2025-04-11T04:49:54.054" v="238" actId="2696"/>
      <pc:docMkLst>
        <pc:docMk/>
      </pc:docMkLst>
      <pc:sldChg chg="addSp delSp modSp mod">
        <pc:chgData name="Phoebe Grant" userId="75fb2f6f-a730-401c-a49c-7b6cdd90a996" providerId="ADAL" clId="{C38CBA70-2533-7C42-9981-6EFD3EDE190C}" dt="2025-04-11T04:49:40.100" v="230"/>
        <pc:sldMkLst>
          <pc:docMk/>
          <pc:sldMk cId="2769659401" sldId="359"/>
        </pc:sldMkLst>
      </pc:sldChg>
      <pc:sldChg chg="addSp delSp modSp mod">
        <pc:chgData name="Phoebe Grant" userId="75fb2f6f-a730-401c-a49c-7b6cdd90a996" providerId="ADAL" clId="{C38CBA70-2533-7C42-9981-6EFD3EDE190C}" dt="2025-04-11T04:49:45.742" v="234"/>
        <pc:sldMkLst>
          <pc:docMk/>
          <pc:sldMk cId="3763891450" sldId="484"/>
        </pc:sldMkLst>
      </pc:sldChg>
      <pc:sldChg chg="addSp delSp modSp del mod">
        <pc:chgData name="Phoebe Grant" userId="75fb2f6f-a730-401c-a49c-7b6cdd90a996" providerId="ADAL" clId="{C38CBA70-2533-7C42-9981-6EFD3EDE190C}" dt="2025-04-11T04:49:54.054" v="238" actId="2696"/>
        <pc:sldMkLst>
          <pc:docMk/>
          <pc:sldMk cId="0" sldId="485"/>
        </pc:sldMkLst>
      </pc:sldChg>
      <pc:sldChg chg="add del">
        <pc:chgData name="Phoebe Grant" userId="75fb2f6f-a730-401c-a49c-7b6cdd90a996" providerId="ADAL" clId="{C38CBA70-2533-7C42-9981-6EFD3EDE190C}" dt="2025-04-11T04:49:52.876" v="237"/>
        <pc:sldMkLst>
          <pc:docMk/>
          <pc:sldMk cId="0" sldId="486"/>
        </pc:sldMkLst>
      </pc:sldChg>
    </pc:docChg>
  </pc:docChgLst>
  <pc:docChgLst>
    <pc:chgData name="Phoebe Grant" userId="75fb2f6f-a730-401c-a49c-7b6cdd90a996" providerId="ADAL" clId="{C63D2B57-CC08-4D42-8D1E-003D19769FB7}"/>
    <pc:docChg chg="custSel modSld">
      <pc:chgData name="Phoebe Grant" userId="75fb2f6f-a730-401c-a49c-7b6cdd90a996" providerId="ADAL" clId="{C63D2B57-CC08-4D42-8D1E-003D19769FB7}" dt="2025-06-05T13:07:54.358" v="37" actId="5793"/>
      <pc:docMkLst>
        <pc:docMk/>
      </pc:docMkLst>
      <pc:sldChg chg="modSp mod">
        <pc:chgData name="Phoebe Grant" userId="75fb2f6f-a730-401c-a49c-7b6cdd90a996" providerId="ADAL" clId="{C63D2B57-CC08-4D42-8D1E-003D19769FB7}" dt="2025-06-05T13:07:54.358" v="37" actId="5793"/>
        <pc:sldMkLst>
          <pc:docMk/>
          <pc:sldMk cId="2769659401" sldId="359"/>
        </pc:sldMkLst>
      </pc:sldChg>
    </pc:docChg>
  </pc:docChgLst>
  <pc:docChgLst>
    <pc:chgData name="Phoebe Grant" userId="75fb2f6f-a730-401c-a49c-7b6cdd90a996" providerId="ADAL" clId="{F06ED864-6AFE-2C43-8261-7481C27F2115}"/>
    <pc:docChg chg="undo custSel addSld delSld modSld">
      <pc:chgData name="Phoebe Grant" userId="75fb2f6f-a730-401c-a49c-7b6cdd90a996" providerId="ADAL" clId="{F06ED864-6AFE-2C43-8261-7481C27F2115}" dt="2025-04-11T11:49:59.009" v="512" actId="2696"/>
      <pc:docMkLst>
        <pc:docMk/>
      </pc:docMkLst>
      <pc:sldChg chg="modSp mod">
        <pc:chgData name="Phoebe Grant" userId="75fb2f6f-a730-401c-a49c-7b6cdd90a996" providerId="ADAL" clId="{F06ED864-6AFE-2C43-8261-7481C27F2115}" dt="2025-04-11T11:26:48.905" v="459" actId="1076"/>
        <pc:sldMkLst>
          <pc:docMk/>
          <pc:sldMk cId="2769659401" sldId="359"/>
        </pc:sldMkLst>
      </pc:sldChg>
      <pc:sldChg chg="modSp mod">
        <pc:chgData name="Phoebe Grant" userId="75fb2f6f-a730-401c-a49c-7b6cdd90a996" providerId="ADAL" clId="{F06ED864-6AFE-2C43-8261-7481C27F2115}" dt="2025-04-11T11:16:40.025" v="257" actId="20577"/>
        <pc:sldMkLst>
          <pc:docMk/>
          <pc:sldMk cId="3763891450" sldId="484"/>
        </pc:sldMkLst>
      </pc:sldChg>
      <pc:sldChg chg="addSp modSp del mod">
        <pc:chgData name="Phoebe Grant" userId="75fb2f6f-a730-401c-a49c-7b6cdd90a996" providerId="ADAL" clId="{F06ED864-6AFE-2C43-8261-7481C27F2115}" dt="2025-04-11T11:49:59.009" v="512" actId="2696"/>
        <pc:sldMkLst>
          <pc:docMk/>
          <pc:sldMk cId="0" sldId="486"/>
        </pc:sldMkLst>
      </pc:sldChg>
      <pc:sldChg chg="addSp delSp modSp add del mod">
        <pc:chgData name="Phoebe Grant" userId="75fb2f6f-a730-401c-a49c-7b6cdd90a996" providerId="ADAL" clId="{F06ED864-6AFE-2C43-8261-7481C27F2115}" dt="2025-04-11T11:49:55.382" v="511"/>
        <pc:sldMkLst>
          <pc:docMk/>
          <pc:sldMk cId="0" sldId="487"/>
        </pc:sldMkLst>
      </pc:sldChg>
    </pc:docChg>
  </pc:docChgLst>
  <pc:docChgLst>
    <pc:chgData name="Phoebe Grant" userId="75fb2f6f-a730-401c-a49c-7b6cdd90a996" providerId="ADAL" clId="{064D0F57-8702-5646-838C-DFF60BE7898C}"/>
    <pc:docChg chg="undo custSel modSld">
      <pc:chgData name="Phoebe Grant" userId="75fb2f6f-a730-401c-a49c-7b6cdd90a996" providerId="ADAL" clId="{064D0F57-8702-5646-838C-DFF60BE7898C}" dt="2025-04-14T00:28:31.501" v="24" actId="20577"/>
      <pc:docMkLst>
        <pc:docMk/>
      </pc:docMkLst>
      <pc:sldChg chg="modSp mod">
        <pc:chgData name="Phoebe Grant" userId="75fb2f6f-a730-401c-a49c-7b6cdd90a996" providerId="ADAL" clId="{064D0F57-8702-5646-838C-DFF60BE7898C}" dt="2025-04-14T00:28:31.501" v="24" actId="20577"/>
        <pc:sldMkLst>
          <pc:docMk/>
          <pc:sldMk cId="0" sldId="487"/>
        </pc:sldMkLst>
      </pc:sldChg>
    </pc:docChg>
  </pc:docChgLst>
  <pc:docChgLst>
    <pc:chgData name="Akansha Sharma" userId="e3f40730-37fe-4349-8652-41c58bf48ae7" providerId="ADAL" clId="{310FEF0B-C98E-4D82-AF77-EB31DF64996F}"/>
    <pc:docChg chg="undo custSel modSld">
      <pc:chgData name="Akansha Sharma" userId="e3f40730-37fe-4349-8652-41c58bf48ae7" providerId="ADAL" clId="{310FEF0B-C98E-4D82-AF77-EB31DF64996F}" dt="2025-09-22T23:36:36.157" v="3" actId="1076"/>
      <pc:docMkLst>
        <pc:docMk/>
      </pc:docMkLst>
      <pc:sldChg chg="modSp mod">
        <pc:chgData name="Akansha Sharma" userId="e3f40730-37fe-4349-8652-41c58bf48ae7" providerId="ADAL" clId="{310FEF0B-C98E-4D82-AF77-EB31DF64996F}" dt="2025-09-22T23:36:36.157" v="3" actId="1076"/>
        <pc:sldMkLst>
          <pc:docMk/>
          <pc:sldMk cId="0" sldId="487"/>
        </pc:sldMkLst>
        <pc:picChg chg="mod">
          <ac:chgData name="Akansha Sharma" userId="e3f40730-37fe-4349-8652-41c58bf48ae7" providerId="ADAL" clId="{310FEF0B-C98E-4D82-AF77-EB31DF64996F}" dt="2025-09-22T23:36:36.157" v="3" actId="1076"/>
          <ac:picMkLst>
            <pc:docMk/>
            <pc:sldMk cId="0" sldId="487"/>
            <ac:picMk id="3" creationId="{00000000-0000-0000-0000-000000000000}"/>
          </ac:picMkLst>
        </pc:picChg>
      </pc:sldChg>
    </pc:docChg>
  </pc:docChgLst>
  <pc:docChgLst>
    <pc:chgData name="Phoebe Grant" userId="75fb2f6f-a730-401c-a49c-7b6cdd90a996" providerId="ADAL" clId="{9011CFDA-9829-BA4C-B675-C6BE66EFC0AA}"/>
    <pc:docChg chg="undo redo custSel addSld delSld modSld sldOrd">
      <pc:chgData name="Phoebe Grant" userId="75fb2f6f-a730-401c-a49c-7b6cdd90a996" providerId="ADAL" clId="{9011CFDA-9829-BA4C-B675-C6BE66EFC0AA}" dt="2025-04-01T10:13:13.347" v="4817" actId="1076"/>
      <pc:docMkLst>
        <pc:docMk/>
      </pc:docMkLst>
      <pc:sldChg chg="addSp delSp modSp mod modNotesTx">
        <pc:chgData name="Phoebe Grant" userId="75fb2f6f-a730-401c-a49c-7b6cdd90a996" providerId="ADAL" clId="{9011CFDA-9829-BA4C-B675-C6BE66EFC0AA}" dt="2025-04-01T08:57:35.905" v="2647" actId="20577"/>
        <pc:sldMkLst>
          <pc:docMk/>
          <pc:sldMk cId="2769659401" sldId="359"/>
        </pc:sldMkLst>
      </pc:sldChg>
      <pc:sldChg chg="addSp delSp modSp mod ord">
        <pc:chgData name="Phoebe Grant" userId="75fb2f6f-a730-401c-a49c-7b6cdd90a996" providerId="ADAL" clId="{9011CFDA-9829-BA4C-B675-C6BE66EFC0AA}" dt="2025-04-01T10:12:16.712" v="4698"/>
        <pc:sldMkLst>
          <pc:docMk/>
          <pc:sldMk cId="1553459820" sldId="365"/>
        </pc:sldMkLst>
      </pc:sldChg>
      <pc:sldChg chg="del">
        <pc:chgData name="Phoebe Grant" userId="75fb2f6f-a730-401c-a49c-7b6cdd90a996" providerId="ADAL" clId="{9011CFDA-9829-BA4C-B675-C6BE66EFC0AA}" dt="2025-04-01T10:12:26.724" v="4699" actId="2696"/>
        <pc:sldMkLst>
          <pc:docMk/>
          <pc:sldMk cId="2295897009" sldId="461"/>
        </pc:sldMkLst>
      </pc:sldChg>
      <pc:sldChg chg="del">
        <pc:chgData name="Phoebe Grant" userId="75fb2f6f-a730-401c-a49c-7b6cdd90a996" providerId="ADAL" clId="{9011CFDA-9829-BA4C-B675-C6BE66EFC0AA}" dt="2025-04-01T10:12:26.724" v="4699" actId="2696"/>
        <pc:sldMkLst>
          <pc:docMk/>
          <pc:sldMk cId="3528417886" sldId="467"/>
        </pc:sldMkLst>
      </pc:sldChg>
      <pc:sldChg chg="del">
        <pc:chgData name="Phoebe Grant" userId="75fb2f6f-a730-401c-a49c-7b6cdd90a996" providerId="ADAL" clId="{9011CFDA-9829-BA4C-B675-C6BE66EFC0AA}" dt="2025-04-01T10:12:26.724" v="4699" actId="2696"/>
        <pc:sldMkLst>
          <pc:docMk/>
          <pc:sldMk cId="1052135630" sldId="468"/>
        </pc:sldMkLst>
      </pc:sldChg>
      <pc:sldChg chg="del">
        <pc:chgData name="Phoebe Grant" userId="75fb2f6f-a730-401c-a49c-7b6cdd90a996" providerId="ADAL" clId="{9011CFDA-9829-BA4C-B675-C6BE66EFC0AA}" dt="2025-04-01T10:12:26.724" v="4699" actId="2696"/>
        <pc:sldMkLst>
          <pc:docMk/>
          <pc:sldMk cId="2829515794" sldId="469"/>
        </pc:sldMkLst>
      </pc:sldChg>
      <pc:sldChg chg="del">
        <pc:chgData name="Phoebe Grant" userId="75fb2f6f-a730-401c-a49c-7b6cdd90a996" providerId="ADAL" clId="{9011CFDA-9829-BA4C-B675-C6BE66EFC0AA}" dt="2025-04-01T10:12:26.724" v="4699" actId="2696"/>
        <pc:sldMkLst>
          <pc:docMk/>
          <pc:sldMk cId="4256732837" sldId="471"/>
        </pc:sldMkLst>
      </pc:sldChg>
      <pc:sldChg chg="del">
        <pc:chgData name="Phoebe Grant" userId="75fb2f6f-a730-401c-a49c-7b6cdd90a996" providerId="ADAL" clId="{9011CFDA-9829-BA4C-B675-C6BE66EFC0AA}" dt="2025-04-01T10:12:26.724" v="4699" actId="2696"/>
        <pc:sldMkLst>
          <pc:docMk/>
          <pc:sldMk cId="4138788088" sldId="472"/>
        </pc:sldMkLst>
      </pc:sldChg>
      <pc:sldChg chg="addSp delSp modSp del mod modNotesTx">
        <pc:chgData name="Phoebe Grant" userId="75fb2f6f-a730-401c-a49c-7b6cdd90a996" providerId="ADAL" clId="{9011CFDA-9829-BA4C-B675-C6BE66EFC0AA}" dt="2025-04-01T08:29:57.781" v="2081" actId="2696"/>
        <pc:sldMkLst>
          <pc:docMk/>
          <pc:sldMk cId="1057919284" sldId="473"/>
        </pc:sldMkLst>
      </pc:sldChg>
      <pc:sldChg chg="addSp delSp modSp add mod">
        <pc:chgData name="Phoebe Grant" userId="75fb2f6f-a730-401c-a49c-7b6cdd90a996" providerId="ADAL" clId="{9011CFDA-9829-BA4C-B675-C6BE66EFC0AA}" dt="2025-04-01T08:31:23.151" v="2217" actId="20577"/>
        <pc:sldMkLst>
          <pc:docMk/>
          <pc:sldMk cId="1685075518" sldId="474"/>
        </pc:sldMkLst>
      </pc:sldChg>
      <pc:sldChg chg="addSp delSp modSp add del mod">
        <pc:chgData name="Phoebe Grant" userId="75fb2f6f-a730-401c-a49c-7b6cdd90a996" providerId="ADAL" clId="{9011CFDA-9829-BA4C-B675-C6BE66EFC0AA}" dt="2025-04-01T08:38:45.754" v="2248" actId="2696"/>
        <pc:sldMkLst>
          <pc:docMk/>
          <pc:sldMk cId="1762726585" sldId="475"/>
        </pc:sldMkLst>
      </pc:sldChg>
      <pc:sldChg chg="addSp delSp modSp add mod ord">
        <pc:chgData name="Phoebe Grant" userId="75fb2f6f-a730-401c-a49c-7b6cdd90a996" providerId="ADAL" clId="{9011CFDA-9829-BA4C-B675-C6BE66EFC0AA}" dt="2025-04-01T09:17:03.013" v="3288" actId="1037"/>
        <pc:sldMkLst>
          <pc:docMk/>
          <pc:sldMk cId="2768943505" sldId="476"/>
        </pc:sldMkLst>
      </pc:sldChg>
      <pc:sldChg chg="addSp delSp modSp add mod">
        <pc:chgData name="Phoebe Grant" userId="75fb2f6f-a730-401c-a49c-7b6cdd90a996" providerId="ADAL" clId="{9011CFDA-9829-BA4C-B675-C6BE66EFC0AA}" dt="2025-04-01T09:40:38.100" v="3523" actId="1037"/>
        <pc:sldMkLst>
          <pc:docMk/>
          <pc:sldMk cId="2285248496" sldId="477"/>
        </pc:sldMkLst>
      </pc:sldChg>
      <pc:sldChg chg="addSp delSp modSp add mod">
        <pc:chgData name="Phoebe Grant" userId="75fb2f6f-a730-401c-a49c-7b6cdd90a996" providerId="ADAL" clId="{9011CFDA-9829-BA4C-B675-C6BE66EFC0AA}" dt="2025-04-01T09:40:05.609" v="3480" actId="1037"/>
        <pc:sldMkLst>
          <pc:docMk/>
          <pc:sldMk cId="21445650" sldId="478"/>
        </pc:sldMkLst>
      </pc:sldChg>
      <pc:sldChg chg="delSp modSp add del mod">
        <pc:chgData name="Phoebe Grant" userId="75fb2f6f-a730-401c-a49c-7b6cdd90a996" providerId="ADAL" clId="{9011CFDA-9829-BA4C-B675-C6BE66EFC0AA}" dt="2025-04-01T09:40:45.123" v="3525" actId="2696"/>
        <pc:sldMkLst>
          <pc:docMk/>
          <pc:sldMk cId="3041551789" sldId="479"/>
        </pc:sldMkLst>
      </pc:sldChg>
      <pc:sldChg chg="addSp delSp modSp add mod">
        <pc:chgData name="Phoebe Grant" userId="75fb2f6f-a730-401c-a49c-7b6cdd90a996" providerId="ADAL" clId="{9011CFDA-9829-BA4C-B675-C6BE66EFC0AA}" dt="2025-04-01T09:44:16.948" v="3681" actId="1037"/>
        <pc:sldMkLst>
          <pc:docMk/>
          <pc:sldMk cId="725624773" sldId="480"/>
        </pc:sldMkLst>
      </pc:sldChg>
      <pc:sldChg chg="addSp delSp modSp add mod">
        <pc:chgData name="Phoebe Grant" userId="75fb2f6f-a730-401c-a49c-7b6cdd90a996" providerId="ADAL" clId="{9011CFDA-9829-BA4C-B675-C6BE66EFC0AA}" dt="2025-04-01T10:04:11.445" v="4329" actId="478"/>
        <pc:sldMkLst>
          <pc:docMk/>
          <pc:sldMk cId="1073464505" sldId="481"/>
        </pc:sldMkLst>
      </pc:sldChg>
      <pc:sldChg chg="addSp delSp modSp add mod">
        <pc:chgData name="Phoebe Grant" userId="75fb2f6f-a730-401c-a49c-7b6cdd90a996" providerId="ADAL" clId="{9011CFDA-9829-BA4C-B675-C6BE66EFC0AA}" dt="2025-04-01T10:12:09.622" v="4693"/>
        <pc:sldMkLst>
          <pc:docMk/>
          <pc:sldMk cId="970134462" sldId="482"/>
        </pc:sldMkLst>
      </pc:sldChg>
      <pc:sldChg chg="delSp modSp add mod">
        <pc:chgData name="Phoebe Grant" userId="75fb2f6f-a730-401c-a49c-7b6cdd90a996" providerId="ADAL" clId="{9011CFDA-9829-BA4C-B675-C6BE66EFC0AA}" dt="2025-04-01T10:13:13.347" v="4817" actId="1076"/>
        <pc:sldMkLst>
          <pc:docMk/>
          <pc:sldMk cId="553062631" sldId="483"/>
        </pc:sldMkLst>
      </pc:sldChg>
    </pc:docChg>
  </pc:docChgLst>
  <pc:docChgLst>
    <pc:chgData name="Phoebe Grant" userId="75fb2f6f-a730-401c-a49c-7b6cdd90a996" providerId="ADAL" clId="{E7691FA8-6695-184C-9526-E12720CB2ECE}"/>
    <pc:docChg chg="undo custSel addSld delSld modSld">
      <pc:chgData name="Phoebe Grant" userId="75fb2f6f-a730-401c-a49c-7b6cdd90a996" providerId="ADAL" clId="{E7691FA8-6695-184C-9526-E12720CB2ECE}" dt="2025-04-01T07:54:37.042" v="81" actId="2696"/>
      <pc:docMkLst>
        <pc:docMk/>
      </pc:docMkLst>
      <pc:sldChg chg="modSp mod">
        <pc:chgData name="Phoebe Grant" userId="75fb2f6f-a730-401c-a49c-7b6cdd90a996" providerId="ADAL" clId="{E7691FA8-6695-184C-9526-E12720CB2ECE}" dt="2025-04-01T07:54:01.913" v="60" actId="20577"/>
        <pc:sldMkLst>
          <pc:docMk/>
          <pc:sldMk cId="2769659401" sldId="359"/>
        </pc:sldMkLst>
      </pc:sldChg>
      <pc:sldChg chg="del">
        <pc:chgData name="Phoebe Grant" userId="75fb2f6f-a730-401c-a49c-7b6cdd90a996" providerId="ADAL" clId="{E7691FA8-6695-184C-9526-E12720CB2ECE}" dt="2025-04-01T07:54:27.439" v="73" actId="2696"/>
        <pc:sldMkLst>
          <pc:docMk/>
          <pc:sldMk cId="2429775132" sldId="367"/>
        </pc:sldMkLst>
      </pc:sldChg>
      <pc:sldChg chg="del">
        <pc:chgData name="Phoebe Grant" userId="75fb2f6f-a730-401c-a49c-7b6cdd90a996" providerId="ADAL" clId="{E7691FA8-6695-184C-9526-E12720CB2ECE}" dt="2025-04-01T07:54:27.728" v="74" actId="2696"/>
        <pc:sldMkLst>
          <pc:docMk/>
          <pc:sldMk cId="1999823537" sldId="368"/>
        </pc:sldMkLst>
      </pc:sldChg>
      <pc:sldChg chg="del">
        <pc:chgData name="Phoebe Grant" userId="75fb2f6f-a730-401c-a49c-7b6cdd90a996" providerId="ADAL" clId="{E7691FA8-6695-184C-9526-E12720CB2ECE}" dt="2025-04-01T07:54:28.055" v="75" actId="2696"/>
        <pc:sldMkLst>
          <pc:docMk/>
          <pc:sldMk cId="2648109938" sldId="369"/>
        </pc:sldMkLst>
      </pc:sldChg>
      <pc:sldChg chg="del">
        <pc:chgData name="Phoebe Grant" userId="75fb2f6f-a730-401c-a49c-7b6cdd90a996" providerId="ADAL" clId="{E7691FA8-6695-184C-9526-E12720CB2ECE}" dt="2025-04-01T07:54:32.846" v="78" actId="2696"/>
        <pc:sldMkLst>
          <pc:docMk/>
          <pc:sldMk cId="254748964" sldId="460"/>
        </pc:sldMkLst>
      </pc:sldChg>
      <pc:sldChg chg="add del">
        <pc:chgData name="Phoebe Grant" userId="75fb2f6f-a730-401c-a49c-7b6cdd90a996" providerId="ADAL" clId="{E7691FA8-6695-184C-9526-E12720CB2ECE}" dt="2025-04-01T07:54:31.647" v="77" actId="2696"/>
        <pc:sldMkLst>
          <pc:docMk/>
          <pc:sldMk cId="2295897009" sldId="461"/>
        </pc:sldMkLst>
      </pc:sldChg>
      <pc:sldChg chg="del">
        <pc:chgData name="Phoebe Grant" userId="75fb2f6f-a730-401c-a49c-7b6cdd90a996" providerId="ADAL" clId="{E7691FA8-6695-184C-9526-E12720CB2ECE}" dt="2025-04-01T07:54:33.264" v="79" actId="2696"/>
        <pc:sldMkLst>
          <pc:docMk/>
          <pc:sldMk cId="1665391416" sldId="462"/>
        </pc:sldMkLst>
      </pc:sldChg>
      <pc:sldChg chg="del">
        <pc:chgData name="Phoebe Grant" userId="75fb2f6f-a730-401c-a49c-7b6cdd90a996" providerId="ADAL" clId="{E7691FA8-6695-184C-9526-E12720CB2ECE}" dt="2025-04-01T07:54:33.797" v="80" actId="2696"/>
        <pc:sldMkLst>
          <pc:docMk/>
          <pc:sldMk cId="2714188845" sldId="463"/>
        </pc:sldMkLst>
      </pc:sldChg>
      <pc:sldChg chg="del">
        <pc:chgData name="Phoebe Grant" userId="75fb2f6f-a730-401c-a49c-7b6cdd90a996" providerId="ADAL" clId="{E7691FA8-6695-184C-9526-E12720CB2ECE}" dt="2025-04-01T07:54:37.042" v="81" actId="2696"/>
        <pc:sldMkLst>
          <pc:docMk/>
          <pc:sldMk cId="2714973749" sldId="465"/>
        </pc:sldMkLst>
      </pc:sldChg>
      <pc:sldChg chg="modSp mod">
        <pc:chgData name="Phoebe Grant" userId="75fb2f6f-a730-401c-a49c-7b6cdd90a996" providerId="ADAL" clId="{E7691FA8-6695-184C-9526-E12720CB2ECE}" dt="2025-04-01T07:53:49.391" v="59" actId="206"/>
        <pc:sldMkLst>
          <pc:docMk/>
          <pc:sldMk cId="4256732837" sldId="471"/>
        </pc:sldMkLst>
      </pc:sldChg>
      <pc:sldChg chg="modSp mod">
        <pc:chgData name="Phoebe Grant" userId="75fb2f6f-a730-401c-a49c-7b6cdd90a996" providerId="ADAL" clId="{E7691FA8-6695-184C-9526-E12720CB2ECE}" dt="2025-04-01T07:54:23" v="72" actId="20577"/>
        <pc:sldMkLst>
          <pc:docMk/>
          <pc:sldMk cId="1057919284" sldId="473"/>
        </pc:sldMkLst>
      </pc:sldChg>
    </pc:docChg>
  </pc:docChgLst>
  <pc:docChgLst>
    <pc:chgData name="Phoebe Grant" userId="75fb2f6f-a730-401c-a49c-7b6cdd90a996" providerId="ADAL" clId="{1BDBCF43-2E80-2140-AFE6-9EC0596E1909}"/>
    <pc:docChg chg="undo redo custSel addSld delSld modSld">
      <pc:chgData name="Phoebe Grant" userId="75fb2f6f-a730-401c-a49c-7b6cdd90a996" providerId="ADAL" clId="{1BDBCF43-2E80-2140-AFE6-9EC0596E1909}" dt="2025-04-10T14:53:26.468" v="389" actId="478"/>
      <pc:docMkLst>
        <pc:docMk/>
      </pc:docMkLst>
      <pc:sldChg chg="modSp mod">
        <pc:chgData name="Phoebe Grant" userId="75fb2f6f-a730-401c-a49c-7b6cdd90a996" providerId="ADAL" clId="{1BDBCF43-2E80-2140-AFE6-9EC0596E1909}" dt="2025-04-10T13:24:47.515" v="283" actId="1036"/>
        <pc:sldMkLst>
          <pc:docMk/>
          <pc:sldMk cId="2769659401" sldId="359"/>
        </pc:sldMkLst>
      </pc:sldChg>
      <pc:sldChg chg="delSp modSp del mod">
        <pc:chgData name="Phoebe Grant" userId="75fb2f6f-a730-401c-a49c-7b6cdd90a996" providerId="ADAL" clId="{1BDBCF43-2E80-2140-AFE6-9EC0596E1909}" dt="2025-04-10T12:36:20.616" v="136" actId="2696"/>
        <pc:sldMkLst>
          <pc:docMk/>
          <pc:sldMk cId="1685075518" sldId="474"/>
        </pc:sldMkLst>
      </pc:sldChg>
      <pc:sldChg chg="delSp modSp mod">
        <pc:chgData name="Phoebe Grant" userId="75fb2f6f-a730-401c-a49c-7b6cdd90a996" providerId="ADAL" clId="{1BDBCF43-2E80-2140-AFE6-9EC0596E1909}" dt="2025-04-10T14:53:13.351" v="387" actId="1035"/>
        <pc:sldMkLst>
          <pc:docMk/>
          <pc:sldMk cId="3763891450" sldId="484"/>
        </pc:sldMkLst>
      </pc:sldChg>
      <pc:sldChg chg="addSp delSp modSp add del mod">
        <pc:chgData name="Phoebe Grant" userId="75fb2f6f-a730-401c-a49c-7b6cdd90a996" providerId="ADAL" clId="{1BDBCF43-2E80-2140-AFE6-9EC0596E1909}" dt="2025-04-10T14:53:26.468" v="389" actId="478"/>
        <pc:sldMkLst>
          <pc:docMk/>
          <pc:sldMk cId="0" sldId="485"/>
        </pc:sldMkLst>
      </pc:sldChg>
      <pc:sldChg chg="new del">
        <pc:chgData name="Phoebe Grant" userId="75fb2f6f-a730-401c-a49c-7b6cdd90a996" providerId="ADAL" clId="{1BDBCF43-2E80-2140-AFE6-9EC0596E1909}" dt="2025-04-10T12:33:17.763" v="16" actId="2696"/>
        <pc:sldMkLst>
          <pc:docMk/>
          <pc:sldMk cId="228123049" sldId="485"/>
        </pc:sldMkLst>
      </pc:sldChg>
      <pc:sldChg chg="add del">
        <pc:chgData name="Phoebe Grant" userId="75fb2f6f-a730-401c-a49c-7b6cdd90a996" providerId="ADAL" clId="{1BDBCF43-2E80-2140-AFE6-9EC0596E1909}" dt="2025-04-10T13:13:20.828" v="238" actId="2696"/>
        <pc:sldMkLst>
          <pc:docMk/>
          <pc:sldMk cId="3802418843" sldId="485"/>
        </pc:sldMkLst>
      </pc:sldChg>
      <pc:sldChg chg="addSp delSp modSp new del mod">
        <pc:chgData name="Phoebe Grant" userId="75fb2f6f-a730-401c-a49c-7b6cdd90a996" providerId="ADAL" clId="{1BDBCF43-2E80-2140-AFE6-9EC0596E1909}" dt="2025-04-10T12:47:07.364" v="181" actId="2696"/>
        <pc:sldMkLst>
          <pc:docMk/>
          <pc:sldMk cId="2439528370" sldId="486"/>
        </pc:sldMkLst>
      </pc:sldChg>
      <pc:sldChg chg="addSp delSp modSp new del mod">
        <pc:chgData name="Phoebe Grant" userId="75fb2f6f-a730-401c-a49c-7b6cdd90a996" providerId="ADAL" clId="{1BDBCF43-2E80-2140-AFE6-9EC0596E1909}" dt="2025-04-10T12:58:20.187" v="217" actId="2696"/>
        <pc:sldMkLst>
          <pc:docMk/>
          <pc:sldMk cId="3543509965" sldId="487"/>
        </pc:sldMkLst>
      </pc:sldChg>
      <pc:sldChg chg="addSp delSp modSp add del mod">
        <pc:chgData name="Phoebe Grant" userId="75fb2f6f-a730-401c-a49c-7b6cdd90a996" providerId="ADAL" clId="{1BDBCF43-2E80-2140-AFE6-9EC0596E1909}" dt="2025-04-10T13:13:19.115" v="237" actId="2696"/>
        <pc:sldMkLst>
          <pc:docMk/>
          <pc:sldMk cId="0" sldId="488"/>
        </pc:sldMkLst>
      </pc:sldChg>
    </pc:docChg>
  </pc:docChgLst>
  <pc:docChgLst>
    <pc:chgData name="Phoebe Grant" userId="75fb2f6f-a730-401c-a49c-7b6cdd90a996" providerId="ADAL" clId="{62F102EF-FACA-594E-BB4C-6FC7CBF376F2}"/>
    <pc:docChg chg="undo redo custSel modSld">
      <pc:chgData name="Phoebe Grant" userId="75fb2f6f-a730-401c-a49c-7b6cdd90a996" providerId="ADAL" clId="{62F102EF-FACA-594E-BB4C-6FC7CBF376F2}" dt="2025-05-27T11:31:42.434" v="357" actId="20577"/>
      <pc:docMkLst>
        <pc:docMk/>
      </pc:docMkLst>
      <pc:sldChg chg="addSp delSp modSp mod">
        <pc:chgData name="Phoebe Grant" userId="75fb2f6f-a730-401c-a49c-7b6cdd90a996" providerId="ADAL" clId="{62F102EF-FACA-594E-BB4C-6FC7CBF376F2}" dt="2025-05-27T11:31:42.434" v="357" actId="20577"/>
        <pc:sldMkLst>
          <pc:docMk/>
          <pc:sldMk cId="2769659401" sldId="359"/>
        </pc:sldMkLst>
      </pc:sldChg>
      <pc:sldChg chg="addSp modSp">
        <pc:chgData name="Phoebe Grant" userId="75fb2f6f-a730-401c-a49c-7b6cdd90a996" providerId="ADAL" clId="{62F102EF-FACA-594E-BB4C-6FC7CBF376F2}" dt="2025-05-25T07:19:54.973" v="160" actId="171"/>
        <pc:sldMkLst>
          <pc:docMk/>
          <pc:sldMk cId="3763891450" sldId="484"/>
        </pc:sldMkLst>
      </pc:sldChg>
      <pc:sldChg chg="addSp modSp">
        <pc:chgData name="Phoebe Grant" userId="75fb2f6f-a730-401c-a49c-7b6cdd90a996" providerId="ADAL" clId="{62F102EF-FACA-594E-BB4C-6FC7CBF376F2}" dt="2025-05-25T07:19:48.627" v="154" actId="171"/>
        <pc:sldMkLst>
          <pc:docMk/>
          <pc:sldMk cId="0" sldId="487"/>
        </pc:sldMkLst>
      </pc:sldChg>
    </pc:docChg>
  </pc:docChgLst>
  <pc:docChgLst>
    <pc:chgData name="Phoebe Grant" userId="75fb2f6f-a730-401c-a49c-7b6cdd90a996" providerId="ADAL" clId="{2D92F4D0-2C92-CD45-9C74-F210C7AFCBCB}"/>
    <pc:docChg chg="undo custSel modSld">
      <pc:chgData name="Phoebe Grant" userId="75fb2f6f-a730-401c-a49c-7b6cdd90a996" providerId="ADAL" clId="{2D92F4D0-2C92-CD45-9C74-F210C7AFCBCB}" dt="2025-07-23T03:41:43.956" v="53" actId="20577"/>
      <pc:docMkLst>
        <pc:docMk/>
      </pc:docMkLst>
      <pc:sldChg chg="modSp mod">
        <pc:chgData name="Phoebe Grant" userId="75fb2f6f-a730-401c-a49c-7b6cdd90a996" providerId="ADAL" clId="{2D92F4D0-2C92-CD45-9C74-F210C7AFCBCB}" dt="2025-07-23T03:41:43.956" v="53" actId="20577"/>
        <pc:sldMkLst>
          <pc:docMk/>
          <pc:sldMk cId="3763891450" sldId="48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A86F8C-9B09-4EC2-86F3-19479B068E61}" type="datetimeFigureOut">
              <a:rPr lang="en-AU" smtClean="0"/>
              <a:t>23/09/2025</a:t>
            </a:fld>
            <a:endParaRPr lang="en-AU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46188" y="1143000"/>
            <a:ext cx="43656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C694B3-EE54-4BDD-8CA9-DD371BA26D61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5007025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004888" y="685800"/>
            <a:ext cx="48482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91773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89ECA2-AA68-4FE9-C706-84A347092A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74CA34-3642-F274-0599-A53588210F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004888" y="685800"/>
            <a:ext cx="4848225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212EEA-1A5F-9BC2-DB34-88FDDE6F2C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72105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2B0F39-7543-4EEE-D46A-3459951134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36477" y="1237198"/>
            <a:ext cx="8018860" cy="2631886"/>
          </a:xfrm>
        </p:spPr>
        <p:txBody>
          <a:bodyPr anchor="b"/>
          <a:lstStyle>
            <a:lvl1pPr algn="ctr">
              <a:defRPr sz="5262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D0BF4D-CA2F-C061-E7F7-A465A05FAF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6477" y="3970579"/>
            <a:ext cx="8018860" cy="1825171"/>
          </a:xfrm>
        </p:spPr>
        <p:txBody>
          <a:bodyPr/>
          <a:lstStyle>
            <a:lvl1pPr marL="0" indent="0" algn="ctr">
              <a:buNone/>
              <a:defRPr sz="2105"/>
            </a:lvl1pPr>
            <a:lvl2pPr marL="400970" indent="0" algn="ctr">
              <a:buNone/>
              <a:defRPr sz="1754"/>
            </a:lvl2pPr>
            <a:lvl3pPr marL="801940" indent="0" algn="ctr">
              <a:buNone/>
              <a:defRPr sz="1579"/>
            </a:lvl3pPr>
            <a:lvl4pPr marL="1202910" indent="0" algn="ctr">
              <a:buNone/>
              <a:defRPr sz="1403"/>
            </a:lvl4pPr>
            <a:lvl5pPr marL="1603880" indent="0" algn="ctr">
              <a:buNone/>
              <a:defRPr sz="1403"/>
            </a:lvl5pPr>
            <a:lvl6pPr marL="2004850" indent="0" algn="ctr">
              <a:buNone/>
              <a:defRPr sz="1403"/>
            </a:lvl6pPr>
            <a:lvl7pPr marL="2405820" indent="0" algn="ctr">
              <a:buNone/>
              <a:defRPr sz="1403"/>
            </a:lvl7pPr>
            <a:lvl8pPr marL="2806790" indent="0" algn="ctr">
              <a:buNone/>
              <a:defRPr sz="1403"/>
            </a:lvl8pPr>
            <a:lvl9pPr marL="3207760" indent="0" algn="ctr">
              <a:buNone/>
              <a:defRPr sz="1403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CAE92F-B6C7-3BDF-401F-6437E4F5C2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5995A-E276-47F8-B7D2-C8AE6CD8C43B}" type="datetimeFigureOut">
              <a:rPr lang="en-AU" smtClean="0"/>
              <a:t>23/09/2025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CB16A4-EE51-3343-A1BC-2CE6C18CA2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4835C1-A07E-C53C-6986-D0C5355CF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01CC9-9886-4476-B501-717BBE1F18D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852133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D6B119-8899-6A55-B872-D77383F4D0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142850-7C0B-532D-776C-7B8BCE004C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921F95-0B65-8A9C-4642-97D002E836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5995A-E276-47F8-B7D2-C8AE6CD8C43B}" type="datetimeFigureOut">
              <a:rPr lang="en-AU" smtClean="0"/>
              <a:t>23/09/2025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724DC1-44D6-03E9-33B7-FC9755E0B9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7064B0-8D4A-E2C8-7245-5A738E0B59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01CC9-9886-4476-B501-717BBE1F18D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863024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43E0F-39EC-B618-B029-9AF57D7DBF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9494" y="1884669"/>
            <a:ext cx="9221689" cy="3144615"/>
          </a:xfrm>
        </p:spPr>
        <p:txBody>
          <a:bodyPr anchor="b"/>
          <a:lstStyle>
            <a:lvl1pPr>
              <a:defRPr sz="5262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D587CE-16BC-EE3B-3529-CB68AADB33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9494" y="5059034"/>
            <a:ext cx="9221689" cy="1653679"/>
          </a:xfrm>
        </p:spPr>
        <p:txBody>
          <a:bodyPr/>
          <a:lstStyle>
            <a:lvl1pPr marL="0" indent="0">
              <a:buNone/>
              <a:defRPr sz="2105">
                <a:solidFill>
                  <a:schemeClr val="tx1">
                    <a:tint val="75000"/>
                  </a:schemeClr>
                </a:solidFill>
              </a:defRPr>
            </a:lvl1pPr>
            <a:lvl2pPr marL="400970" indent="0">
              <a:buNone/>
              <a:defRPr sz="1754">
                <a:solidFill>
                  <a:schemeClr val="tx1">
                    <a:tint val="75000"/>
                  </a:schemeClr>
                </a:solidFill>
              </a:defRPr>
            </a:lvl2pPr>
            <a:lvl3pPr marL="801940" indent="0">
              <a:buNone/>
              <a:defRPr sz="1579">
                <a:solidFill>
                  <a:schemeClr val="tx1">
                    <a:tint val="75000"/>
                  </a:schemeClr>
                </a:solidFill>
              </a:defRPr>
            </a:lvl3pPr>
            <a:lvl4pPr marL="1202910" indent="0">
              <a:buNone/>
              <a:defRPr sz="1403">
                <a:solidFill>
                  <a:schemeClr val="tx1">
                    <a:tint val="75000"/>
                  </a:schemeClr>
                </a:solidFill>
              </a:defRPr>
            </a:lvl4pPr>
            <a:lvl5pPr marL="1603880" indent="0">
              <a:buNone/>
              <a:defRPr sz="1403">
                <a:solidFill>
                  <a:schemeClr val="tx1">
                    <a:tint val="75000"/>
                  </a:schemeClr>
                </a:solidFill>
              </a:defRPr>
            </a:lvl5pPr>
            <a:lvl6pPr marL="2004850" indent="0">
              <a:buNone/>
              <a:defRPr sz="1403">
                <a:solidFill>
                  <a:schemeClr val="tx1">
                    <a:tint val="75000"/>
                  </a:schemeClr>
                </a:solidFill>
              </a:defRPr>
            </a:lvl6pPr>
            <a:lvl7pPr marL="2405820" indent="0">
              <a:buNone/>
              <a:defRPr sz="1403">
                <a:solidFill>
                  <a:schemeClr val="tx1">
                    <a:tint val="75000"/>
                  </a:schemeClr>
                </a:solidFill>
              </a:defRPr>
            </a:lvl7pPr>
            <a:lvl8pPr marL="2806790" indent="0">
              <a:buNone/>
              <a:defRPr sz="1403">
                <a:solidFill>
                  <a:schemeClr val="tx1">
                    <a:tint val="75000"/>
                  </a:schemeClr>
                </a:solidFill>
              </a:defRPr>
            </a:lvl8pPr>
            <a:lvl9pPr marL="3207760" indent="0">
              <a:buNone/>
              <a:defRPr sz="140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83EAFC-873F-F9A3-2B52-D17C159081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5995A-E276-47F8-B7D2-C8AE6CD8C43B}" type="datetimeFigureOut">
              <a:rPr lang="en-AU" smtClean="0"/>
              <a:t>23/09/2025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0E1203-2744-35DE-3137-9EB891B2BB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CE967A-03FD-DE9F-42D5-8F67B57B9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01CC9-9886-4476-B501-717BBE1F18D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754143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CD786-0FF4-E366-4120-F77C1130CA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1D451F-BFAB-ABC2-0870-22981AC75C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35062" y="2012413"/>
            <a:ext cx="4544021" cy="479654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42E86E-5CCD-4DF7-792B-393F13CA28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412731" y="2012413"/>
            <a:ext cx="4544021" cy="479654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28FCC0-4789-0660-062D-DFF8EC7853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5995A-E276-47F8-B7D2-C8AE6CD8C43B}" type="datetimeFigureOut">
              <a:rPr lang="en-AU" smtClean="0"/>
              <a:t>23/09/2025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8C3826-A5BC-020D-A8C3-E27B48B90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8884A6-69BB-87CD-C30E-0B0A89E84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01CC9-9886-4476-B501-717BBE1F18D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636231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588AF5-7D49-41AC-1979-EC719C5535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6455" y="402483"/>
            <a:ext cx="9221689" cy="1461188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D304F6-7805-CBA5-98E2-7EE8D0B19A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6456" y="1853172"/>
            <a:ext cx="4523138" cy="908210"/>
          </a:xfrm>
        </p:spPr>
        <p:txBody>
          <a:bodyPr anchor="b"/>
          <a:lstStyle>
            <a:lvl1pPr marL="0" indent="0">
              <a:buNone/>
              <a:defRPr sz="2105" b="1"/>
            </a:lvl1pPr>
            <a:lvl2pPr marL="400970" indent="0">
              <a:buNone/>
              <a:defRPr sz="1754" b="1"/>
            </a:lvl2pPr>
            <a:lvl3pPr marL="801940" indent="0">
              <a:buNone/>
              <a:defRPr sz="1579" b="1"/>
            </a:lvl3pPr>
            <a:lvl4pPr marL="1202910" indent="0">
              <a:buNone/>
              <a:defRPr sz="1403" b="1"/>
            </a:lvl4pPr>
            <a:lvl5pPr marL="1603880" indent="0">
              <a:buNone/>
              <a:defRPr sz="1403" b="1"/>
            </a:lvl5pPr>
            <a:lvl6pPr marL="2004850" indent="0">
              <a:buNone/>
              <a:defRPr sz="1403" b="1"/>
            </a:lvl6pPr>
            <a:lvl7pPr marL="2405820" indent="0">
              <a:buNone/>
              <a:defRPr sz="1403" b="1"/>
            </a:lvl7pPr>
            <a:lvl8pPr marL="2806790" indent="0">
              <a:buNone/>
              <a:defRPr sz="1403" b="1"/>
            </a:lvl8pPr>
            <a:lvl9pPr marL="3207760" indent="0">
              <a:buNone/>
              <a:defRPr sz="1403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3D5F80-A78C-36EF-AD8B-66ECDDA229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36456" y="2761382"/>
            <a:ext cx="4523138" cy="406157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9CF39D2-05B3-0B46-A3C0-F2AB86C8DF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412731" y="1853172"/>
            <a:ext cx="4545413" cy="908210"/>
          </a:xfrm>
        </p:spPr>
        <p:txBody>
          <a:bodyPr anchor="b"/>
          <a:lstStyle>
            <a:lvl1pPr marL="0" indent="0">
              <a:buNone/>
              <a:defRPr sz="2105" b="1"/>
            </a:lvl1pPr>
            <a:lvl2pPr marL="400970" indent="0">
              <a:buNone/>
              <a:defRPr sz="1754" b="1"/>
            </a:lvl2pPr>
            <a:lvl3pPr marL="801940" indent="0">
              <a:buNone/>
              <a:defRPr sz="1579" b="1"/>
            </a:lvl3pPr>
            <a:lvl4pPr marL="1202910" indent="0">
              <a:buNone/>
              <a:defRPr sz="1403" b="1"/>
            </a:lvl4pPr>
            <a:lvl5pPr marL="1603880" indent="0">
              <a:buNone/>
              <a:defRPr sz="1403" b="1"/>
            </a:lvl5pPr>
            <a:lvl6pPr marL="2004850" indent="0">
              <a:buNone/>
              <a:defRPr sz="1403" b="1"/>
            </a:lvl6pPr>
            <a:lvl7pPr marL="2405820" indent="0">
              <a:buNone/>
              <a:defRPr sz="1403" b="1"/>
            </a:lvl7pPr>
            <a:lvl8pPr marL="2806790" indent="0">
              <a:buNone/>
              <a:defRPr sz="1403" b="1"/>
            </a:lvl8pPr>
            <a:lvl9pPr marL="3207760" indent="0">
              <a:buNone/>
              <a:defRPr sz="1403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28A33A5-DD9C-70CD-48BC-579BE269C1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412731" y="2761382"/>
            <a:ext cx="4545413" cy="406157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6EE243-6F4D-FFAC-41FC-8122A3E2D9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5995A-E276-47F8-B7D2-C8AE6CD8C43B}" type="datetimeFigureOut">
              <a:rPr lang="en-AU" smtClean="0"/>
              <a:t>23/09/2025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5C436CD-CFBB-A4E9-AEA2-8EDC70C99B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6EF763-7C3A-4F21-3B63-827060BED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01CC9-9886-4476-B501-717BBE1F18D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403979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F152F3-405A-D793-C6DF-28F364662F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6780BA-CB99-C96E-A609-9A4676ABEB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5995A-E276-47F8-B7D2-C8AE6CD8C43B}" type="datetimeFigureOut">
              <a:rPr lang="en-AU" smtClean="0"/>
              <a:t>23/09/2025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3B478D-78EB-D948-2AE5-97CB50D73E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1B5CBF-1369-5FC0-FA35-A629C59760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01CC9-9886-4476-B501-717BBE1F18D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958235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EF4C385-DBB7-E2C3-7F57-0EA218A47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5995A-E276-47F8-B7D2-C8AE6CD8C43B}" type="datetimeFigureOut">
              <a:rPr lang="en-AU" smtClean="0"/>
              <a:t>23/09/2025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589CBD8-2917-5974-89CA-218E1290D6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1C187F-0E66-1AE3-A285-599011D8B8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01CC9-9886-4476-B501-717BBE1F18D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593457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036A5B-53B1-14EE-79AD-CE7A676172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6455" y="503979"/>
            <a:ext cx="3448388" cy="1763924"/>
          </a:xfrm>
        </p:spPr>
        <p:txBody>
          <a:bodyPr anchor="b"/>
          <a:lstStyle>
            <a:lvl1pPr>
              <a:defRPr sz="2807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5BBFB7-0D41-7EC5-A6D8-FCD602319A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45413" y="1088454"/>
            <a:ext cx="5412731" cy="5372269"/>
          </a:xfrm>
        </p:spPr>
        <p:txBody>
          <a:bodyPr/>
          <a:lstStyle>
            <a:lvl1pPr>
              <a:defRPr sz="2807"/>
            </a:lvl1pPr>
            <a:lvl2pPr>
              <a:defRPr sz="2456"/>
            </a:lvl2pPr>
            <a:lvl3pPr>
              <a:defRPr sz="2105"/>
            </a:lvl3pPr>
            <a:lvl4pPr>
              <a:defRPr sz="1754"/>
            </a:lvl4pPr>
            <a:lvl5pPr>
              <a:defRPr sz="1754"/>
            </a:lvl5pPr>
            <a:lvl6pPr>
              <a:defRPr sz="1754"/>
            </a:lvl6pPr>
            <a:lvl7pPr>
              <a:defRPr sz="1754"/>
            </a:lvl7pPr>
            <a:lvl8pPr>
              <a:defRPr sz="1754"/>
            </a:lvl8pPr>
            <a:lvl9pPr>
              <a:defRPr sz="1754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E74C7F-F3A8-75EE-1A6C-39D8ECECE7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36455" y="2267903"/>
            <a:ext cx="3448388" cy="4201570"/>
          </a:xfrm>
        </p:spPr>
        <p:txBody>
          <a:bodyPr/>
          <a:lstStyle>
            <a:lvl1pPr marL="0" indent="0">
              <a:buNone/>
              <a:defRPr sz="1403"/>
            </a:lvl1pPr>
            <a:lvl2pPr marL="400970" indent="0">
              <a:buNone/>
              <a:defRPr sz="1228"/>
            </a:lvl2pPr>
            <a:lvl3pPr marL="801940" indent="0">
              <a:buNone/>
              <a:defRPr sz="1053"/>
            </a:lvl3pPr>
            <a:lvl4pPr marL="1202910" indent="0">
              <a:buNone/>
              <a:defRPr sz="877"/>
            </a:lvl4pPr>
            <a:lvl5pPr marL="1603880" indent="0">
              <a:buNone/>
              <a:defRPr sz="877"/>
            </a:lvl5pPr>
            <a:lvl6pPr marL="2004850" indent="0">
              <a:buNone/>
              <a:defRPr sz="877"/>
            </a:lvl6pPr>
            <a:lvl7pPr marL="2405820" indent="0">
              <a:buNone/>
              <a:defRPr sz="877"/>
            </a:lvl7pPr>
            <a:lvl8pPr marL="2806790" indent="0">
              <a:buNone/>
              <a:defRPr sz="877"/>
            </a:lvl8pPr>
            <a:lvl9pPr marL="3207760" indent="0">
              <a:buNone/>
              <a:defRPr sz="877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71CA34-1358-9E40-B463-58B9996642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5995A-E276-47F8-B7D2-C8AE6CD8C43B}" type="datetimeFigureOut">
              <a:rPr lang="en-AU" smtClean="0"/>
              <a:t>23/09/2025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E0B299-5DBD-B977-AC5E-71441801CF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E97F8F-872B-65A9-2BC7-B615634A0B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01CC9-9886-4476-B501-717BBE1F18D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004217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2C475-79C9-0276-2179-5B852C4B81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6455" y="503979"/>
            <a:ext cx="3448388" cy="1763924"/>
          </a:xfrm>
        </p:spPr>
        <p:txBody>
          <a:bodyPr anchor="b"/>
          <a:lstStyle>
            <a:lvl1pPr>
              <a:defRPr sz="2807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3310624-7306-4468-8F16-9B035B4FF7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545413" y="1088454"/>
            <a:ext cx="5412731" cy="5372269"/>
          </a:xfrm>
        </p:spPr>
        <p:txBody>
          <a:bodyPr/>
          <a:lstStyle>
            <a:lvl1pPr marL="0" indent="0">
              <a:buNone/>
              <a:defRPr sz="2807"/>
            </a:lvl1pPr>
            <a:lvl2pPr marL="400970" indent="0">
              <a:buNone/>
              <a:defRPr sz="2456"/>
            </a:lvl2pPr>
            <a:lvl3pPr marL="801940" indent="0">
              <a:buNone/>
              <a:defRPr sz="2105"/>
            </a:lvl3pPr>
            <a:lvl4pPr marL="1202910" indent="0">
              <a:buNone/>
              <a:defRPr sz="1754"/>
            </a:lvl4pPr>
            <a:lvl5pPr marL="1603880" indent="0">
              <a:buNone/>
              <a:defRPr sz="1754"/>
            </a:lvl5pPr>
            <a:lvl6pPr marL="2004850" indent="0">
              <a:buNone/>
              <a:defRPr sz="1754"/>
            </a:lvl6pPr>
            <a:lvl7pPr marL="2405820" indent="0">
              <a:buNone/>
              <a:defRPr sz="1754"/>
            </a:lvl7pPr>
            <a:lvl8pPr marL="2806790" indent="0">
              <a:buNone/>
              <a:defRPr sz="1754"/>
            </a:lvl8pPr>
            <a:lvl9pPr marL="3207760" indent="0">
              <a:buNone/>
              <a:defRPr sz="1754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F0234C-368A-E869-84A4-F29A9D18BA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36455" y="2267903"/>
            <a:ext cx="3448388" cy="4201570"/>
          </a:xfrm>
        </p:spPr>
        <p:txBody>
          <a:bodyPr/>
          <a:lstStyle>
            <a:lvl1pPr marL="0" indent="0">
              <a:buNone/>
              <a:defRPr sz="1403"/>
            </a:lvl1pPr>
            <a:lvl2pPr marL="400970" indent="0">
              <a:buNone/>
              <a:defRPr sz="1228"/>
            </a:lvl2pPr>
            <a:lvl3pPr marL="801940" indent="0">
              <a:buNone/>
              <a:defRPr sz="1053"/>
            </a:lvl3pPr>
            <a:lvl4pPr marL="1202910" indent="0">
              <a:buNone/>
              <a:defRPr sz="877"/>
            </a:lvl4pPr>
            <a:lvl5pPr marL="1603880" indent="0">
              <a:buNone/>
              <a:defRPr sz="877"/>
            </a:lvl5pPr>
            <a:lvl6pPr marL="2004850" indent="0">
              <a:buNone/>
              <a:defRPr sz="877"/>
            </a:lvl6pPr>
            <a:lvl7pPr marL="2405820" indent="0">
              <a:buNone/>
              <a:defRPr sz="877"/>
            </a:lvl7pPr>
            <a:lvl8pPr marL="2806790" indent="0">
              <a:buNone/>
              <a:defRPr sz="877"/>
            </a:lvl8pPr>
            <a:lvl9pPr marL="3207760" indent="0">
              <a:buNone/>
              <a:defRPr sz="877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26D1F4-0A1C-06F0-2209-30EA8CC850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5995A-E276-47F8-B7D2-C8AE6CD8C43B}" type="datetimeFigureOut">
              <a:rPr lang="en-AU" smtClean="0"/>
              <a:t>23/09/2025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613F6D-07AB-33BA-4372-60BC5849B8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4D0D57-BE17-9606-ACF7-44C0A1F2EA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01CC9-9886-4476-B501-717BBE1F18D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373504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F0A4CA-898D-7D24-1F79-B6D30657F7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04FC56-625E-ED87-5934-9DA1A6C102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F60942-B88C-7334-695C-358410E037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5995A-E276-47F8-B7D2-C8AE6CD8C43B}" type="datetimeFigureOut">
              <a:rPr lang="en-AU" smtClean="0"/>
              <a:t>23/09/2025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AF64F3-1126-77A5-FA9B-04DAD7D7AC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6E1512-754E-EB73-B545-40F0EBA45C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01CC9-9886-4476-B501-717BBE1F18D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941686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08F6D1C-69D9-B9D5-3E7B-89701D42B8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651329" y="402483"/>
            <a:ext cx="2305422" cy="640647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AA2576-B796-1023-8141-81449904D6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35062" y="402483"/>
            <a:ext cx="6782619" cy="6406475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8C5C13-9765-F277-1D91-CC3D2BDFD3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5995A-E276-47F8-B7D2-C8AE6CD8C43B}" type="datetimeFigureOut">
              <a:rPr lang="en-AU" smtClean="0"/>
              <a:t>23/09/2025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24282F-E1C8-A253-41AC-24841125A9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1A3339-1D56-FBBD-7B86-E9396C7F9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01CC9-9886-4476-B501-717BBE1F18D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926794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1887" y="1237198"/>
            <a:ext cx="9088041" cy="2631887"/>
          </a:xfrm>
        </p:spPr>
        <p:txBody>
          <a:bodyPr anchor="b"/>
          <a:lstStyle>
            <a:lvl1pPr algn="ctr">
              <a:defRPr sz="661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36477" y="3970580"/>
            <a:ext cx="8018860" cy="1825171"/>
          </a:xfrm>
        </p:spPr>
        <p:txBody>
          <a:bodyPr/>
          <a:lstStyle>
            <a:lvl1pPr marL="0" indent="0" algn="ctr">
              <a:buNone/>
              <a:defRPr sz="2645"/>
            </a:lvl1pPr>
            <a:lvl2pPr marL="503720" indent="0" algn="ctr">
              <a:buNone/>
              <a:defRPr sz="2204"/>
            </a:lvl2pPr>
            <a:lvl3pPr marL="1007439" indent="0" algn="ctr">
              <a:buNone/>
              <a:defRPr sz="1983"/>
            </a:lvl3pPr>
            <a:lvl4pPr marL="1511159" indent="0" algn="ctr">
              <a:buNone/>
              <a:defRPr sz="1763"/>
            </a:lvl4pPr>
            <a:lvl5pPr marL="2014878" indent="0" algn="ctr">
              <a:buNone/>
              <a:defRPr sz="1763"/>
            </a:lvl5pPr>
            <a:lvl6pPr marL="2518598" indent="0" algn="ctr">
              <a:buNone/>
              <a:defRPr sz="1763"/>
            </a:lvl6pPr>
            <a:lvl7pPr marL="3022317" indent="0" algn="ctr">
              <a:buNone/>
              <a:defRPr sz="1763"/>
            </a:lvl7pPr>
            <a:lvl8pPr marL="3526037" indent="0" algn="ctr">
              <a:buNone/>
              <a:defRPr sz="1763"/>
            </a:lvl8pPr>
            <a:lvl9pPr marL="4029756" indent="0" algn="ctr">
              <a:buNone/>
              <a:defRPr sz="1763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5995A-E276-47F8-B7D2-C8AE6CD8C43B}" type="datetimeFigureOut">
              <a:rPr lang="en-AU" smtClean="0"/>
              <a:t>23/09/2025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01CC9-9886-4476-B501-717BBE1F18D2}" type="slidenum">
              <a:rPr lang="en-AU" smtClean="0"/>
              <a:t>‹#›</a:t>
            </a:fld>
            <a:endParaRPr lang="en-AU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693B278F-3762-4A39-989F-F3BE113C4AA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49339" y="358776"/>
            <a:ext cx="2794000" cy="2047875"/>
          </a:xfrm>
        </p:spPr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126304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6" y="402484"/>
            <a:ext cx="9221689" cy="146118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6456" y="1853171"/>
            <a:ext cx="4523137" cy="908210"/>
          </a:xfrm>
        </p:spPr>
        <p:txBody>
          <a:bodyPr anchor="b"/>
          <a:lstStyle>
            <a:lvl1pPr marL="0" indent="0">
              <a:buNone/>
              <a:defRPr sz="2645" b="1"/>
            </a:lvl1pPr>
            <a:lvl2pPr marL="503720" indent="0">
              <a:buNone/>
              <a:defRPr sz="2204" b="1"/>
            </a:lvl2pPr>
            <a:lvl3pPr marL="1007439" indent="0">
              <a:buNone/>
              <a:defRPr sz="1983" b="1"/>
            </a:lvl3pPr>
            <a:lvl4pPr marL="1511159" indent="0">
              <a:buNone/>
              <a:defRPr sz="1763" b="1"/>
            </a:lvl4pPr>
            <a:lvl5pPr marL="2014878" indent="0">
              <a:buNone/>
              <a:defRPr sz="1763" b="1"/>
            </a:lvl5pPr>
            <a:lvl6pPr marL="2518598" indent="0">
              <a:buNone/>
              <a:defRPr sz="1763" b="1"/>
            </a:lvl6pPr>
            <a:lvl7pPr marL="3022317" indent="0">
              <a:buNone/>
              <a:defRPr sz="1763" b="1"/>
            </a:lvl7pPr>
            <a:lvl8pPr marL="3526037" indent="0">
              <a:buNone/>
              <a:defRPr sz="1763" b="1"/>
            </a:lvl8pPr>
            <a:lvl9pPr marL="4029756" indent="0">
              <a:buNone/>
              <a:defRPr sz="176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36456" y="2761381"/>
            <a:ext cx="4523137" cy="40615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12732" y="1853171"/>
            <a:ext cx="4545413" cy="908210"/>
          </a:xfrm>
        </p:spPr>
        <p:txBody>
          <a:bodyPr anchor="b"/>
          <a:lstStyle>
            <a:lvl1pPr marL="0" indent="0">
              <a:buNone/>
              <a:defRPr sz="2645" b="1"/>
            </a:lvl1pPr>
            <a:lvl2pPr marL="503720" indent="0">
              <a:buNone/>
              <a:defRPr sz="2204" b="1"/>
            </a:lvl2pPr>
            <a:lvl3pPr marL="1007439" indent="0">
              <a:buNone/>
              <a:defRPr sz="1983" b="1"/>
            </a:lvl3pPr>
            <a:lvl4pPr marL="1511159" indent="0">
              <a:buNone/>
              <a:defRPr sz="1763" b="1"/>
            </a:lvl4pPr>
            <a:lvl5pPr marL="2014878" indent="0">
              <a:buNone/>
              <a:defRPr sz="1763" b="1"/>
            </a:lvl5pPr>
            <a:lvl6pPr marL="2518598" indent="0">
              <a:buNone/>
              <a:defRPr sz="1763" b="1"/>
            </a:lvl6pPr>
            <a:lvl7pPr marL="3022317" indent="0">
              <a:buNone/>
              <a:defRPr sz="1763" b="1"/>
            </a:lvl7pPr>
            <a:lvl8pPr marL="3526037" indent="0">
              <a:buNone/>
              <a:defRPr sz="1763" b="1"/>
            </a:lvl8pPr>
            <a:lvl9pPr marL="4029756" indent="0">
              <a:buNone/>
              <a:defRPr sz="176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12732" y="2761381"/>
            <a:ext cx="4545413" cy="40615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5995A-E276-47F8-B7D2-C8AE6CD8C43B}" type="datetimeFigureOut">
              <a:rPr lang="en-AU" smtClean="0"/>
              <a:t>23/09/2025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01CC9-9886-4476-B501-717BBE1F18D2}" type="slidenum">
              <a:rPr lang="en-AU" smtClean="0"/>
              <a:t>‹#›</a:t>
            </a:fld>
            <a:endParaRPr lang="en-AU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08541726-614E-4BFF-B662-DFA9E1C2242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27025" y="457201"/>
            <a:ext cx="4251325" cy="27908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26398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DE994A8-B387-F4B0-A587-74AB2C2615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5062" y="402483"/>
            <a:ext cx="9221689" cy="1461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F632AB-713D-8B64-57E0-D899A378E6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5062" y="2012413"/>
            <a:ext cx="9221689" cy="47965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0950D5-869C-A44D-58CB-6C80358B7E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35062" y="7006699"/>
            <a:ext cx="2405658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B5995A-E276-47F8-B7D2-C8AE6CD8C43B}" type="datetimeFigureOut">
              <a:rPr lang="en-AU" smtClean="0"/>
              <a:t>23/09/2025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358ED9-E513-F6D8-C39E-05C4C8A235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541664" y="7006699"/>
            <a:ext cx="3608487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1848B0-FD90-F61C-9880-BA17F2E5AE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551094" y="7006699"/>
            <a:ext cx="2405658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501CC9-9886-4476-B501-717BBE1F18D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3247864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</p:sldLayoutIdLst>
  <p:txStyles>
    <p:titleStyle>
      <a:lvl1pPr algn="l" defTabSz="801940" rtl="0" eaLnBrk="1" latinLnBrk="0" hangingPunct="1">
        <a:lnSpc>
          <a:spcPct val="90000"/>
        </a:lnSpc>
        <a:spcBef>
          <a:spcPct val="0"/>
        </a:spcBef>
        <a:buNone/>
        <a:defRPr sz="3859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00485" indent="-200485" algn="l" defTabSz="801940" rtl="0" eaLnBrk="1" latinLnBrk="0" hangingPunct="1">
        <a:lnSpc>
          <a:spcPct val="90000"/>
        </a:lnSpc>
        <a:spcBef>
          <a:spcPts val="877"/>
        </a:spcBef>
        <a:buFont typeface="Arial" panose="020B0604020202020204" pitchFamily="34" charset="0"/>
        <a:buChar char="•"/>
        <a:defRPr sz="2456" kern="1200">
          <a:solidFill>
            <a:schemeClr val="tx1"/>
          </a:solidFill>
          <a:latin typeface="+mn-lt"/>
          <a:ea typeface="+mn-ea"/>
          <a:cs typeface="+mn-cs"/>
        </a:defRPr>
      </a:lvl1pPr>
      <a:lvl2pPr marL="601455" indent="-200485" algn="l" defTabSz="801940" rtl="0" eaLnBrk="1" latinLnBrk="0" hangingPunct="1">
        <a:lnSpc>
          <a:spcPct val="90000"/>
        </a:lnSpc>
        <a:spcBef>
          <a:spcPts val="439"/>
        </a:spcBef>
        <a:buFont typeface="Arial" panose="020B0604020202020204" pitchFamily="34" charset="0"/>
        <a:buChar char="•"/>
        <a:defRPr sz="2105" kern="1200">
          <a:solidFill>
            <a:schemeClr val="tx1"/>
          </a:solidFill>
          <a:latin typeface="+mn-lt"/>
          <a:ea typeface="+mn-ea"/>
          <a:cs typeface="+mn-cs"/>
        </a:defRPr>
      </a:lvl2pPr>
      <a:lvl3pPr marL="1002425" indent="-200485" algn="l" defTabSz="801940" rtl="0" eaLnBrk="1" latinLnBrk="0" hangingPunct="1">
        <a:lnSpc>
          <a:spcPct val="90000"/>
        </a:lnSpc>
        <a:spcBef>
          <a:spcPts val="439"/>
        </a:spcBef>
        <a:buFont typeface="Arial" panose="020B0604020202020204" pitchFamily="34" charset="0"/>
        <a:buChar char="•"/>
        <a:defRPr sz="1754" kern="1200">
          <a:solidFill>
            <a:schemeClr val="tx1"/>
          </a:solidFill>
          <a:latin typeface="+mn-lt"/>
          <a:ea typeface="+mn-ea"/>
          <a:cs typeface="+mn-cs"/>
        </a:defRPr>
      </a:lvl3pPr>
      <a:lvl4pPr marL="1403395" indent="-200485" algn="l" defTabSz="801940" rtl="0" eaLnBrk="1" latinLnBrk="0" hangingPunct="1">
        <a:lnSpc>
          <a:spcPct val="90000"/>
        </a:lnSpc>
        <a:spcBef>
          <a:spcPts val="439"/>
        </a:spcBef>
        <a:buFont typeface="Arial" panose="020B0604020202020204" pitchFamily="34" charset="0"/>
        <a:buChar char="•"/>
        <a:defRPr sz="1579" kern="1200">
          <a:solidFill>
            <a:schemeClr val="tx1"/>
          </a:solidFill>
          <a:latin typeface="+mn-lt"/>
          <a:ea typeface="+mn-ea"/>
          <a:cs typeface="+mn-cs"/>
        </a:defRPr>
      </a:lvl4pPr>
      <a:lvl5pPr marL="1804366" indent="-200485" algn="l" defTabSz="801940" rtl="0" eaLnBrk="1" latinLnBrk="0" hangingPunct="1">
        <a:lnSpc>
          <a:spcPct val="90000"/>
        </a:lnSpc>
        <a:spcBef>
          <a:spcPts val="439"/>
        </a:spcBef>
        <a:buFont typeface="Arial" panose="020B0604020202020204" pitchFamily="34" charset="0"/>
        <a:buChar char="•"/>
        <a:defRPr sz="1579" kern="1200">
          <a:solidFill>
            <a:schemeClr val="tx1"/>
          </a:solidFill>
          <a:latin typeface="+mn-lt"/>
          <a:ea typeface="+mn-ea"/>
          <a:cs typeface="+mn-cs"/>
        </a:defRPr>
      </a:lvl5pPr>
      <a:lvl6pPr marL="2205335" indent="-200485" algn="l" defTabSz="801940" rtl="0" eaLnBrk="1" latinLnBrk="0" hangingPunct="1">
        <a:lnSpc>
          <a:spcPct val="90000"/>
        </a:lnSpc>
        <a:spcBef>
          <a:spcPts val="439"/>
        </a:spcBef>
        <a:buFont typeface="Arial" panose="020B0604020202020204" pitchFamily="34" charset="0"/>
        <a:buChar char="•"/>
        <a:defRPr sz="1579" kern="1200">
          <a:solidFill>
            <a:schemeClr val="tx1"/>
          </a:solidFill>
          <a:latin typeface="+mn-lt"/>
          <a:ea typeface="+mn-ea"/>
          <a:cs typeface="+mn-cs"/>
        </a:defRPr>
      </a:lvl6pPr>
      <a:lvl7pPr marL="2606305" indent="-200485" algn="l" defTabSz="801940" rtl="0" eaLnBrk="1" latinLnBrk="0" hangingPunct="1">
        <a:lnSpc>
          <a:spcPct val="90000"/>
        </a:lnSpc>
        <a:spcBef>
          <a:spcPts val="439"/>
        </a:spcBef>
        <a:buFont typeface="Arial" panose="020B0604020202020204" pitchFamily="34" charset="0"/>
        <a:buChar char="•"/>
        <a:defRPr sz="1579" kern="1200">
          <a:solidFill>
            <a:schemeClr val="tx1"/>
          </a:solidFill>
          <a:latin typeface="+mn-lt"/>
          <a:ea typeface="+mn-ea"/>
          <a:cs typeface="+mn-cs"/>
        </a:defRPr>
      </a:lvl7pPr>
      <a:lvl8pPr marL="3007275" indent="-200485" algn="l" defTabSz="801940" rtl="0" eaLnBrk="1" latinLnBrk="0" hangingPunct="1">
        <a:lnSpc>
          <a:spcPct val="90000"/>
        </a:lnSpc>
        <a:spcBef>
          <a:spcPts val="439"/>
        </a:spcBef>
        <a:buFont typeface="Arial" panose="020B0604020202020204" pitchFamily="34" charset="0"/>
        <a:buChar char="•"/>
        <a:defRPr sz="1579" kern="1200">
          <a:solidFill>
            <a:schemeClr val="tx1"/>
          </a:solidFill>
          <a:latin typeface="+mn-lt"/>
          <a:ea typeface="+mn-ea"/>
          <a:cs typeface="+mn-cs"/>
        </a:defRPr>
      </a:lvl8pPr>
      <a:lvl9pPr marL="3408245" indent="-200485" algn="l" defTabSz="801940" rtl="0" eaLnBrk="1" latinLnBrk="0" hangingPunct="1">
        <a:lnSpc>
          <a:spcPct val="90000"/>
        </a:lnSpc>
        <a:spcBef>
          <a:spcPts val="439"/>
        </a:spcBef>
        <a:buFont typeface="Arial" panose="020B0604020202020204" pitchFamily="34" charset="0"/>
        <a:buChar char="•"/>
        <a:defRPr sz="157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01940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1pPr>
      <a:lvl2pPr marL="400970" algn="l" defTabSz="801940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2pPr>
      <a:lvl3pPr marL="801940" algn="l" defTabSz="801940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3pPr>
      <a:lvl4pPr marL="1202910" algn="l" defTabSz="801940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4pPr>
      <a:lvl5pPr marL="1603880" algn="l" defTabSz="801940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5pPr>
      <a:lvl6pPr marL="2004850" algn="l" defTabSz="801940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6pPr>
      <a:lvl7pPr marL="2405820" algn="l" defTabSz="801940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7pPr>
      <a:lvl8pPr marL="2806790" algn="l" defTabSz="801940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8pPr>
      <a:lvl9pPr marL="3207760" algn="l" defTabSz="801940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BFC41A-C63A-3684-54FA-C35377CA81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urple background with white dots&#10;&#10;AI-generated content may be incorrect.">
            <a:extLst>
              <a:ext uri="{FF2B5EF4-FFF2-40B4-BE49-F238E27FC236}">
                <a16:creationId xmlns:a16="http://schemas.microsoft.com/office/drawing/2014/main" id="{9ACB1AF1-4E77-CC7E-C05E-894F4287C1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-3600"/>
            <a:ext cx="10692000" cy="755980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3D64519-3903-7A08-C402-AA341B238D69}"/>
              </a:ext>
            </a:extLst>
          </p:cNvPr>
          <p:cNvSpPr txBox="1"/>
          <p:nvPr/>
        </p:nvSpPr>
        <p:spPr>
          <a:xfrm>
            <a:off x="1053775" y="1319057"/>
            <a:ext cx="8464239" cy="20159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09">
              <a:lnSpc>
                <a:spcPts val="7460"/>
              </a:lnSpc>
            </a:pPr>
            <a:r>
              <a:rPr lang="en-US" sz="7200" b="1" dirty="0">
                <a:solidFill>
                  <a:schemeClr val="tx2"/>
                </a:solidFill>
                <a:latin typeface="Montserrat" pitchFamily="2" charset="77"/>
              </a:rPr>
              <a:t>The proof is</a:t>
            </a:r>
          </a:p>
          <a:p>
            <a:pPr defTabSz="914309">
              <a:lnSpc>
                <a:spcPts val="7460"/>
              </a:lnSpc>
            </a:pPr>
            <a:r>
              <a:rPr lang="en-US" sz="7200" b="1" dirty="0">
                <a:solidFill>
                  <a:schemeClr val="tx2"/>
                </a:solidFill>
                <a:latin typeface="Montserrat" pitchFamily="2" charset="77"/>
              </a:rPr>
              <a:t>in the posting…</a:t>
            </a:r>
          </a:p>
        </p:txBody>
      </p:sp>
      <p:pic>
        <p:nvPicPr>
          <p:cNvPr id="8" name="Picture 7" descr="A white letter on a black background&#10;&#10;AI-generated content may be incorrect.">
            <a:extLst>
              <a:ext uri="{FF2B5EF4-FFF2-40B4-BE49-F238E27FC236}">
                <a16:creationId xmlns:a16="http://schemas.microsoft.com/office/drawing/2014/main" id="{168A3BCC-7F2D-3F5C-7781-6AF59CD78B9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67117" y="547998"/>
            <a:ext cx="1612434" cy="524508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4146D571-7AD2-4B5D-F96A-E0224265CB76}"/>
              </a:ext>
            </a:extLst>
          </p:cNvPr>
          <p:cNvSpPr/>
          <p:nvPr/>
        </p:nvSpPr>
        <p:spPr>
          <a:xfrm>
            <a:off x="0" y="0"/>
            <a:ext cx="440498" cy="75596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4FC73BC-B898-F7CA-85F7-43FE511E1AED}"/>
              </a:ext>
            </a:extLst>
          </p:cNvPr>
          <p:cNvSpPr txBox="1"/>
          <p:nvPr/>
        </p:nvSpPr>
        <p:spPr>
          <a:xfrm>
            <a:off x="1053774" y="6442012"/>
            <a:ext cx="85915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09"/>
            <a:r>
              <a:rPr lang="en-US" sz="3600" b="1" dirty="0">
                <a:latin typeface="Montserrat" pitchFamily="2" charset="77"/>
              </a:rPr>
              <a:t>DATE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911A040-C0B3-219E-D6C2-075101857D18}"/>
              </a:ext>
            </a:extLst>
          </p:cNvPr>
          <p:cNvSpPr txBox="1"/>
          <p:nvPr/>
        </p:nvSpPr>
        <p:spPr>
          <a:xfrm>
            <a:off x="1053774" y="3499974"/>
            <a:ext cx="912577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09"/>
            <a:r>
              <a:rPr lang="en-US" sz="5400" b="1" dirty="0">
                <a:latin typeface="Montserrat" pitchFamily="2" charset="77"/>
              </a:rPr>
              <a:t>Client Name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6C000DE-4FEC-64DC-9BE6-49DF849D5EC7}"/>
              </a:ext>
            </a:extLst>
          </p:cNvPr>
          <p:cNvSpPr txBox="1"/>
          <p:nvPr/>
        </p:nvSpPr>
        <p:spPr>
          <a:xfrm rot="16200000">
            <a:off x="-3502800" y="3585600"/>
            <a:ext cx="7455600" cy="338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>
                <a:solidFill>
                  <a:srgbClr val="542D54"/>
                </a:solidFill>
                <a:latin typeface="Montserrat Bold"/>
              </a:rPr>
              <a:t>PROOF OF POSTING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9C54F2B-B687-49E9-0B6A-BC6208573355}"/>
              </a:ext>
            </a:extLst>
          </p:cNvPr>
          <p:cNvSpPr txBox="1"/>
          <p:nvPr/>
        </p:nvSpPr>
        <p:spPr>
          <a:xfrm>
            <a:off x="1053774" y="5667948"/>
            <a:ext cx="91720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09"/>
            <a:r>
              <a:rPr lang="en-US" sz="3600" b="1" dirty="0">
                <a:solidFill>
                  <a:schemeClr val="tx2"/>
                </a:solidFill>
                <a:latin typeface="Montserrat" pitchFamily="2" charset="77"/>
              </a:rPr>
              <a:t>Campaign Name</a:t>
            </a:r>
          </a:p>
        </p:txBody>
      </p:sp>
    </p:spTree>
    <p:extLst>
      <p:ext uri="{BB962C8B-B14F-4D97-AF65-F5344CB8AC3E}">
        <p14:creationId xmlns:p14="http://schemas.microsoft.com/office/powerpoint/2010/main" val="27696594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purple background with white dots&#10;&#10;AI-generated content may be incorrect.">
            <a:extLst>
              <a:ext uri="{FF2B5EF4-FFF2-40B4-BE49-F238E27FC236}">
                <a16:creationId xmlns:a16="http://schemas.microsoft.com/office/drawing/2014/main" id="{BC9DF296-65B0-CEB9-5F43-C955D3CBE7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-2344"/>
            <a:ext cx="10691812" cy="755967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Bairnsdale (Digital) - 38752-D - Swoop - Digital - 22112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3200" y="1605600"/>
            <a:ext cx="6177600" cy="4633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01600" y="900000"/>
            <a:ext cx="1112400" cy="44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300" b="0" i="0" u="none" strike="noStrike" kern="1200" cap="none" spc="0" normalizeH="0" baseline="0" noProof="0">
                <a:ln>
                  <a:noFill/>
                </a:ln>
                <a:solidFill>
                  <a:srgbClr val="D7DF23"/>
                </a:solidFill>
                <a:effectLst/>
                <a:uLnTx/>
                <a:uFillTx/>
                <a:latin typeface="Montserrat Bold"/>
                <a:ea typeface="+mn-ea"/>
                <a:cs typeface="+mn-cs"/>
              </a:rPr>
              <a:t>Site: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600" y="6480000"/>
            <a:ext cx="1713600" cy="44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300" b="0" i="0" u="none" strike="noStrike" kern="1200" cap="none" spc="0" normalizeH="0" baseline="0" noProof="0">
                <a:ln>
                  <a:noFill/>
                </a:ln>
                <a:solidFill>
                  <a:srgbClr val="D7DF23"/>
                </a:solidFill>
                <a:effectLst/>
                <a:uLnTx/>
                <a:uFillTx/>
                <a:latin typeface="Montserrat Bold"/>
                <a:ea typeface="+mn-ea"/>
                <a:cs typeface="+mn-cs"/>
              </a:rPr>
              <a:t>Live Date: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9600" y="900000"/>
            <a:ext cx="1774845" cy="4462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 Bold"/>
                <a:ea typeface="+mn-ea"/>
                <a:cs typeface="+mn-cs"/>
              </a:rPr>
              <a:t>Site Name</a:t>
            </a:r>
            <a:endParaRPr kumimoji="0" sz="23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 Bold"/>
              <a:ea typeface="+mn-ea"/>
              <a:cs typeface="+mn-c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804400" y="6480000"/>
            <a:ext cx="1864613" cy="4462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 sz="2300" dirty="0">
                <a:solidFill>
                  <a:srgbClr val="FFFFFF"/>
                </a:solidFill>
                <a:latin typeface="Montserrat Bold"/>
              </a:rPr>
              <a:t>DD/MM/YY</a:t>
            </a:r>
            <a:endParaRPr kumimoji="0" sz="23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 Bold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3F4D66B-9B04-8320-32BD-C2F8C10E7EAA}"/>
              </a:ext>
            </a:extLst>
          </p:cNvPr>
          <p:cNvSpPr/>
          <p:nvPr/>
        </p:nvSpPr>
        <p:spPr>
          <a:xfrm>
            <a:off x="0" y="0"/>
            <a:ext cx="439200" cy="7560000"/>
          </a:xfrm>
          <a:prstGeom prst="rect">
            <a:avLst/>
          </a:prstGeom>
          <a:solidFill>
            <a:srgbClr val="D7D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076D3F6-281F-7A03-21EA-11907ECF2021}"/>
              </a:ext>
            </a:extLst>
          </p:cNvPr>
          <p:cNvSpPr txBox="1"/>
          <p:nvPr/>
        </p:nvSpPr>
        <p:spPr>
          <a:xfrm rot="16200000">
            <a:off x="-3502800" y="3585600"/>
            <a:ext cx="7455600" cy="338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1600">
                <a:solidFill>
                  <a:srgbClr val="542D54"/>
                </a:solidFill>
                <a:latin typeface="Montserrat Bold"/>
              </a:rPr>
              <a:t>PROOF OF POSTING</a:t>
            </a:r>
          </a:p>
        </p:txBody>
      </p:sp>
      <p:pic>
        <p:nvPicPr>
          <p:cNvPr id="11" name="Picture 10" descr="GAWK LOGO (PURPLE).png">
            <a:extLst>
              <a:ext uri="{FF2B5EF4-FFF2-40B4-BE49-F238E27FC236}">
                <a16:creationId xmlns:a16="http://schemas.microsoft.com/office/drawing/2014/main" id="{EFFC5242-FD8F-CA5B-41CE-0CE696CADC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68000" y="547200"/>
            <a:ext cx="1616400" cy="525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D59B18-308B-7304-D893-32297F1E2E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urple background with white dots&#10;&#10;AI-generated content may be incorrect.">
            <a:extLst>
              <a:ext uri="{FF2B5EF4-FFF2-40B4-BE49-F238E27FC236}">
                <a16:creationId xmlns:a16="http://schemas.microsoft.com/office/drawing/2014/main" id="{9C5062B0-5366-A853-9818-554B2956CE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-2344"/>
            <a:ext cx="10691812" cy="755967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1346909-70E5-7B08-702C-BF4F4CC28CC9}"/>
              </a:ext>
            </a:extLst>
          </p:cNvPr>
          <p:cNvSpPr/>
          <p:nvPr/>
        </p:nvSpPr>
        <p:spPr>
          <a:xfrm>
            <a:off x="0" y="0"/>
            <a:ext cx="440498" cy="75596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9" name="Picture 48" descr="A white letter on a black background&#10;&#10;AI-generated content may be incorrect.">
            <a:extLst>
              <a:ext uri="{FF2B5EF4-FFF2-40B4-BE49-F238E27FC236}">
                <a16:creationId xmlns:a16="http://schemas.microsoft.com/office/drawing/2014/main" id="{DDC3FEB4-07ED-D88E-6B8A-3C462B9D402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67117" y="547998"/>
            <a:ext cx="1612434" cy="52450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D6972FF-B9E0-08C7-7228-43347758D68C}"/>
              </a:ext>
            </a:extLst>
          </p:cNvPr>
          <p:cNvSpPr txBox="1"/>
          <p:nvPr/>
        </p:nvSpPr>
        <p:spPr>
          <a:xfrm>
            <a:off x="984327" y="2038734"/>
            <a:ext cx="9195223" cy="29136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09">
              <a:lnSpc>
                <a:spcPts val="11000"/>
              </a:lnSpc>
            </a:pPr>
            <a:r>
              <a:rPr lang="en-US" sz="11000" b="1" dirty="0">
                <a:solidFill>
                  <a:schemeClr val="tx2"/>
                </a:solidFill>
                <a:latin typeface="Montserrat" pitchFamily="2" charset="77"/>
              </a:rPr>
              <a:t>Gotta love</a:t>
            </a:r>
          </a:p>
          <a:p>
            <a:pPr defTabSz="914309">
              <a:lnSpc>
                <a:spcPts val="11000"/>
              </a:lnSpc>
            </a:pPr>
            <a:r>
              <a:rPr lang="en-US" sz="11000" b="1" dirty="0">
                <a:solidFill>
                  <a:schemeClr val="tx2"/>
                </a:solidFill>
                <a:latin typeface="Montserrat" pitchFamily="2" charset="77"/>
              </a:rPr>
              <a:t>rectangles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C369489-0862-F4F9-50BE-3B29A462BF02}"/>
              </a:ext>
            </a:extLst>
          </p:cNvPr>
          <p:cNvSpPr txBox="1"/>
          <p:nvPr/>
        </p:nvSpPr>
        <p:spPr>
          <a:xfrm>
            <a:off x="1053775" y="5245299"/>
            <a:ext cx="9195223" cy="15542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09">
              <a:lnSpc>
                <a:spcPts val="5700"/>
              </a:lnSpc>
            </a:pPr>
            <a:r>
              <a:rPr lang="en-AU" sz="4800" dirty="0">
                <a:solidFill>
                  <a:srgbClr val="FFFFFF"/>
                </a:solidFill>
                <a:latin typeface="Montserrat Bold"/>
              </a:rPr>
              <a:t>Have a ripper day.</a:t>
            </a:r>
          </a:p>
          <a:p>
            <a:pPr defTabSz="914309">
              <a:lnSpc>
                <a:spcPts val="5700"/>
              </a:lnSpc>
            </a:pPr>
            <a:r>
              <a:rPr lang="en-AU" sz="4800" dirty="0">
                <a:solidFill>
                  <a:srgbClr val="FFFFFF"/>
                </a:solidFill>
                <a:latin typeface="Montserrat Bold"/>
              </a:rPr>
              <a:t>Onya!</a:t>
            </a:r>
            <a:endParaRPr sz="4800" dirty="0">
              <a:solidFill>
                <a:srgbClr val="FFFFFF"/>
              </a:solidFill>
              <a:latin typeface="Montserrat Bold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D6F6071-D143-5891-5375-E024C9ABB2B9}"/>
              </a:ext>
            </a:extLst>
          </p:cNvPr>
          <p:cNvSpPr txBox="1"/>
          <p:nvPr/>
        </p:nvSpPr>
        <p:spPr>
          <a:xfrm rot="16200000">
            <a:off x="-3502800" y="3585600"/>
            <a:ext cx="7455600" cy="338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>
                <a:solidFill>
                  <a:srgbClr val="542D54"/>
                </a:solidFill>
                <a:latin typeface="Montserrat Bold"/>
              </a:rPr>
              <a:t>PROOF OF POSTING</a:t>
            </a:r>
          </a:p>
        </p:txBody>
      </p:sp>
    </p:spTree>
    <p:extLst>
      <p:ext uri="{BB962C8B-B14F-4D97-AF65-F5344CB8AC3E}">
        <p14:creationId xmlns:p14="http://schemas.microsoft.com/office/powerpoint/2010/main" val="3763891450"/>
      </p:ext>
    </p:extLst>
  </p:cSld>
  <p:clrMapOvr>
    <a:masterClrMapping/>
  </p:clrMapOvr>
</p:sld>
</file>

<file path=ppt/theme/theme1.xml><?xml version="1.0" encoding="utf-8"?>
<a:theme xmlns:a="http://schemas.openxmlformats.org/drawingml/2006/main" name="Gawk">
  <a:themeElements>
    <a:clrScheme name="Gawk">
      <a:dk1>
        <a:srgbClr val="000000"/>
      </a:dk1>
      <a:lt1>
        <a:srgbClr val="FFFFFF"/>
      </a:lt1>
      <a:dk2>
        <a:srgbClr val="542D54"/>
      </a:dk2>
      <a:lt2>
        <a:srgbClr val="D7DF23"/>
      </a:lt2>
      <a:accent1>
        <a:srgbClr val="542D54"/>
      </a:accent1>
      <a:accent2>
        <a:srgbClr val="D7DF23"/>
      </a:accent2>
      <a:accent3>
        <a:srgbClr val="542D54"/>
      </a:accent3>
      <a:accent4>
        <a:srgbClr val="D7DF23"/>
      </a:accent4>
      <a:accent5>
        <a:srgbClr val="542D54"/>
      </a:accent5>
      <a:accent6>
        <a:srgbClr val="D7DF23"/>
      </a:accent6>
      <a:hlink>
        <a:srgbClr val="FFFFFF"/>
      </a:hlink>
      <a:folHlink>
        <a:srgbClr val="000000"/>
      </a:folHlink>
    </a:clrScheme>
    <a:fontScheme name="Gawk">
      <a:majorFont>
        <a:latin typeface="Montserrat ExtraBold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7a52916-d7d8-4d7a-989c-f65659b03113" xsi:nil="true"/>
    <lcf76f155ced4ddcb4097134ff3c332f xmlns="2512bde3-83ea-45d9-86ac-bc70a4300d2e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205E449A0B6524CAC6EB2F4271B8840" ma:contentTypeVersion="19" ma:contentTypeDescription="Create a new document." ma:contentTypeScope="" ma:versionID="8054133ee76967ece72f988a35d42137">
  <xsd:schema xmlns:xsd="http://www.w3.org/2001/XMLSchema" xmlns:xs="http://www.w3.org/2001/XMLSchema" xmlns:p="http://schemas.microsoft.com/office/2006/metadata/properties" xmlns:ns2="2512bde3-83ea-45d9-86ac-bc70a4300d2e" xmlns:ns3="d7a52916-d7d8-4d7a-989c-f65659b03113" targetNamespace="http://schemas.microsoft.com/office/2006/metadata/properties" ma:root="true" ma:fieldsID="949b637d9a887ff48830a5eebd433412" ns2:_="" ns3:_="">
    <xsd:import namespace="2512bde3-83ea-45d9-86ac-bc70a4300d2e"/>
    <xsd:import namespace="d7a52916-d7d8-4d7a-989c-f65659b0311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512bde3-83ea-45d9-86ac-bc70a4300d2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d293c0c0-a31f-4a38-81da-d26352fb7e9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7a52916-d7d8-4d7a-989c-f65659b03113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7fee0a1f-2fbe-43d1-b62d-320a030a344d}" ma:internalName="TaxCatchAll" ma:showField="CatchAllData" ma:web="d7a52916-d7d8-4d7a-989c-f65659b0311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E92F1F3-0CAA-456F-B72D-9E4CC761C3B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4D220F2-89A2-4939-86F1-DAD13C364619}">
  <ds:schemaRefs>
    <ds:schemaRef ds:uri="http://purl.org/dc/terms/"/>
    <ds:schemaRef ds:uri="http://schemas.microsoft.com/office/2006/metadata/properties"/>
    <ds:schemaRef ds:uri="http://schemas.microsoft.com/office/infopath/2007/PartnerControls"/>
    <ds:schemaRef ds:uri="http://schemas.microsoft.com/office/2006/documentManagement/types"/>
    <ds:schemaRef ds:uri="2512bde3-83ea-45d9-86ac-bc70a4300d2e"/>
    <ds:schemaRef ds:uri="http://purl.org/dc/elements/1.1/"/>
    <ds:schemaRef ds:uri="http://schemas.openxmlformats.org/package/2006/metadata/core-properties"/>
    <ds:schemaRef ds:uri="http://purl.org/dc/dcmitype/"/>
    <ds:schemaRef ds:uri="d7a52916-d7d8-4d7a-989c-f65659b03113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24C465D5-85EC-4EC4-9A4F-3F6A3286619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512bde3-83ea-45d9-86ac-bc70a4300d2e"/>
    <ds:schemaRef ds:uri="d7a52916-d7d8-4d7a-989c-f65659b0311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2897</TotalTime>
  <Words>43</Words>
  <Application>Microsoft Office PowerPoint</Application>
  <PresentationFormat>Custom</PresentationFormat>
  <Paragraphs>16</Paragraphs>
  <Slides>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</vt:lpstr>
      <vt:lpstr>Calibri</vt:lpstr>
      <vt:lpstr>Montserrat</vt:lpstr>
      <vt:lpstr>Montserrat Bold</vt:lpstr>
      <vt:lpstr>Montserrat ExtraBold</vt:lpstr>
      <vt:lpstr>Gawk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James Course</dc:creator>
  <cp:lastModifiedBy>Akansha Sharma</cp:lastModifiedBy>
  <cp:revision>99</cp:revision>
  <dcterms:created xsi:type="dcterms:W3CDTF">2020-11-19T21:18:45Z</dcterms:created>
  <dcterms:modified xsi:type="dcterms:W3CDTF">2025-09-22T23:36:47Z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0x0101000205E449A0B6524CAC6EB2F4271B8840</vt:lpwstr>
  </property>
  <property fmtid="{D5CDD505-2E9C-101B-9397-08002B2CF9AE}" pid="3" name="MediaServiceImageTags">
    <vt:lpwstr/>
  </property>
  <property fmtid="{D5CDD505-2E9C-101B-9397-08002B2CF9AE}" pid="4" name="MSIP_Label_4828451a-1827-4ed8-9ba4-e51c1421285c_Enabled">
    <vt:lpwstr>true</vt:lpwstr>
  </property>
  <property fmtid="{D5CDD505-2E9C-101B-9397-08002B2CF9AE}" pid="5" name="MSIP_Label_4828451a-1827-4ed8-9ba4-e51c1421285c_SetDate">
    <vt:lpwstr>2025-02-16T21:50:03Z</vt:lpwstr>
  </property>
  <property fmtid="{D5CDD505-2E9C-101B-9397-08002B2CF9AE}" pid="6" name="MSIP_Label_4828451a-1827-4ed8-9ba4-e51c1421285c_Method">
    <vt:lpwstr>Standard</vt:lpwstr>
  </property>
  <property fmtid="{D5CDD505-2E9C-101B-9397-08002B2CF9AE}" pid="7" name="MSIP_Label_4828451a-1827-4ed8-9ba4-e51c1421285c_Name">
    <vt:lpwstr>Public</vt:lpwstr>
  </property>
  <property fmtid="{D5CDD505-2E9C-101B-9397-08002B2CF9AE}" pid="8" name="MSIP_Label_4828451a-1827-4ed8-9ba4-e51c1421285c_SiteId">
    <vt:lpwstr>ea8dc14e-715d-4e51-a875-2a37cd3c68ca</vt:lpwstr>
  </property>
  <property fmtid="{D5CDD505-2E9C-101B-9397-08002B2CF9AE}" pid="9" name="MSIP_Label_4828451a-1827-4ed8-9ba4-e51c1421285c_ActionId">
    <vt:lpwstr>3be39d86-df01-461e-af51-64a6dcf04002</vt:lpwstr>
  </property>
  <property fmtid="{D5CDD505-2E9C-101B-9397-08002B2CF9AE}" pid="10" name="MSIP_Label_4828451a-1827-4ed8-9ba4-e51c1421285c_ContentBits">
    <vt:lpwstr>0</vt:lpwstr>
  </property>
  <property fmtid="{D5CDD505-2E9C-101B-9397-08002B2CF9AE}" pid="11" name="MSIP_Label_4828451a-1827-4ed8-9ba4-e51c1421285c_Tag">
    <vt:lpwstr>10, 3, 0, 1</vt:lpwstr>
  </property>
</Properties>
</file>